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Fachliche Orientierung: https://www.bsi.bund.de · TLS 1.3: https://www.rfc-editor.org/rfc/rfc8446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Optionaler Zusatzblock. Erst das Schutzproblem aufbauen, dann Fachbegriffe. Nicht voraussetzen, dass Schüler Verschlüsselung kennen.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langsam einführen. Beispielnachricht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Caesar als Lernmodell, ausdrücklich nicht als moderne Sicherheit darstellen.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Geschwindigkeitsaspekt als zentrale Begründung herausarbeiten: symmetrische Verfahren eignen sich für laufenden Datenverkehr.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Vereinfachtes Modell. Nicht behaupten, dass moderne HTTPS-Nutzdaten komplett asymmetrisch verschlüsselt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RSA-Rechnung als mathematische Vertiefung. Kleine Zahlen sind ausschließlich didaktisch und kryptografisch völlig unsicher.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Modulares Rechnen bei Bedarf vorher erklären. Rechenweg gemeinsam nachvollziehen.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Schrittweise rechnen. Potenzen und Restrechnung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große Potenz nicht von Hand vollständig ausmultiplizieren; modulare Potenzierung erklären oder Rechner nutzen. Ziel ist das Prinzip.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konzeptionell trennen. Keine unnötige mathematische Vertiefung.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Alltagsbezug Browser. Umgangssprachlich wird noch 'SSL' gesagt, technisch moderne HTTPS-Verbindungen verwenden TLS.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Fachliche Präzisierung: Modernes TLS 1.3 nutzt typischerweise (EC)DHE für Schlüsselaushandlung und Public-Key-Signaturen für Authentisierung; Nutzdaten werden anschließend symmetrisch geschützt. Nicht vereinfachend behaupten, RSA verschlüssele den gesamten HTTPS-Datenstrom.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Optionaler Kompetenzcheck. Je nach Lerngruppe RSA-Rechnung weglassen oder als mathematische Vertiefung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Keine internen Repository-, Branch- oder Markdown-Verweise in der Schülerpräsentation.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Kryptografie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Optionale Vertiefung · Klasse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Warum Kryptografie?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4173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74E"/>
                </a:solidFill>
              </a:rPr>
              <a:t>Wie können zwei Personen über ein Netzwerk kommunizieren, ohne dass Mitlesende den Inhalt verstehen?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246120"/>
            <a:ext cx="11430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Endgerät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06640" y="34472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35240" y="3246120"/>
            <a:ext cx="1508760" cy="7315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Switch / Access Point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189720" y="34472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72600" y="3246120"/>
            <a:ext cx="105156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Router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469880" y="3447288"/>
            <a:ext cx="274320" cy="25603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98480" y="3246120"/>
            <a:ext cx="100584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4E"/>
                </a:solidFill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Was ist Kryptografie?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Kryptografie beschäftigt sich mit Verfahren zum Schutz von Informationen.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Verschlüsselung macht lesbaren Klartext mit einem Schlüssel zu Geheimtext.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Entschlüsselung macht daraus wieder lesbaren Klartext.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25880"/>
            <a:ext cx="4754880" cy="329184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232323"/>
                </a:solidFill>
                <a:latin typeface="Consolas"/>
              </a:rPr>
              <a:t>Klartext: HALLO
      ↓ verschlüsseln
Geheimtext: KDOOR
      ↓ entschlüsseln
Klartext: HALLO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Caesar-Verschlüsselung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Historisches Beispiel: Buchstaben werden um eine feste Zahl verschoben.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Schlüssel +3: A→D, B→E, C→F ...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HALLO → KDOOR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Heute nicht sicher – dient nur zum Verstehen der Grundidee.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754880" cy="310896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232323"/>
                </a:solidFill>
                <a:latin typeface="Consolas"/>
              </a:rPr>
              <a:t>A B C D E F G ...
D E F G H I J ...
HALLO → KDOOR
Schlüssel: +3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Symmetrische Verschlüsselung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Sender und Empfänger verwenden denselben geheimen Schlüssel.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Sie ist für große Datenmengen sehr effizient und schnell.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Problem: Wie gelangt der gemeinsame Schlüssel sicher zu beiden Seiten?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4754880" cy="256032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232323"/>
                </a:solidFill>
                <a:latin typeface="Consolas"/>
              </a:rPr>
              <a:t>Alice 🔑  ⇄  🔑 Bob
gleicher geheimer Schlüssel
→ schneller Datenverkehr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Asymmetrische Kryptografie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Es gibt zwei zusammengehörende Schlüssel.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Öffentlicher Schlüssel: darf bekannt sein.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Privater Schlüssel: bleibt geheim.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Damit lassen sich u. a. sichere Schlüsselaushandlung und digitale Signaturen ermöglichen.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54480"/>
            <a:ext cx="4754880" cy="237744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232323"/>
                </a:solidFill>
                <a:latin typeface="Consolas"/>
              </a:rPr>
              <a:t>Öffentlicher Schlüssel → darf verteilt werden
Privater Schlüssel    → bleibt geheim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RSA – Grundidee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RSA ist ein asymmetrisches Verfahren.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Es nutzt Eigenschaften großer Primzahlen und modularer Arithmetik.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Für den Unterricht rechnen wir absichtlich mit winzigen, unsicheren Zahlen.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754880" cy="274320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>
                <a:solidFill>
                  <a:srgbClr val="232323"/>
                </a:solidFill>
                <a:latin typeface="Consolas"/>
              </a:rPr>
              <a:t>p = 5, q = 11
n = p·q = 55
φ(n) = (5−1)(11−1) =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RSA – Schlüssel berechnen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Wähle e so, dass e und φ(n) teilerfremd sind: e = 3.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Bestimme d mit e·d ≡ 1 (mod 40).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3·27 = 81 ≡ 1 (mod 40) → d = 27.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Öffentlich: (n=55, e=3) · Privat: d=27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4846320" cy="347472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232323"/>
                </a:solidFill>
                <a:latin typeface="Consolas"/>
              </a:rPr>
              <a:t>φ(n)=40
e=3
3·d ≡ 1 mod 40
d=27, denn 3·27=81=2·40+1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RSA – Beispiel verschlüsseln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Nachricht als Zahl: m = 7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Verschlüsselung: c = m^e mod 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c = 7³ mod 55 = 343 mod 55 = 13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Geheimtext: c =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754880" cy="292608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>
                <a:solidFill>
                  <a:srgbClr val="232323"/>
                </a:solidFill>
                <a:latin typeface="Consolas"/>
              </a:rPr>
              <a:t>m = 7
c = 7³ mod 55
c = 343 mod 55
c =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RSA – wieder entschlüsseln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Entschlüsselung: m = c^d mod 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m = 13²⁷ mod 55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Das Ergebnis ist wieder m = 7.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In echten Systemen werden sehr viel größere Zahlen und sichere Verfahren/Parameter verwendet.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4754880" cy="256032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>
                <a:solidFill>
                  <a:srgbClr val="232323"/>
                </a:solidFill>
                <a:latin typeface="Consolas"/>
              </a:rPr>
              <a:t>m = 13²⁷ mod 55
m = 7
→ ursprüngliche Nachricht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Digitale Signaturen und Hashwerte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Hashwert: kurzer digitaler Fingerabdruck von Daten.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Digitale Signatur: hilft, Herkunft und Unverändertheit zu prüfen.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Signieren ist nicht dasselbe wie Verschlüsseln.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17320"/>
            <a:ext cx="4754880" cy="274320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232323"/>
                </a:solidFill>
                <a:latin typeface="Consolas"/>
              </a:rPr>
              <a:t>Dokument → Hashwert
Hashwert + privater Schlüssel → Signatur
Prüfung mit öffentlichem Schlüssel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HTTPS und TLS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HTTPS = Hypertext Transfer Protocol Secure.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TLS = Transport Layer Security schützt die Verbindung.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SSL = Secure Sockets Layer ist die ältere Technik/Bezeichnung; heute wird TLS verwendet.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4754880" cy="256032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232323"/>
                </a:solidFill>
                <a:latin typeface="Consolas"/>
              </a:rPr>
              <a:t>Browser  ⇄  HTTPS/TLS  ⇄  Server
SSL: ältere Bezeichnung/Technik
TLS: heute verwendet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 · TLS 1.3: https://www.rfc-editor.org/rfc/rfc8446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Warum HTTPS beide Welten kombiniert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Public-Key-/asymmetrische Kryptografie: Authentisierung und sichere Aushandlung von Schlüsselmaterial.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Symmetrische Kryptografie: anschließend schneller und effizienter Schutz des laufenden Datenverkehrs.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Merksatz: asymmetrisch für den sicheren Aufbau – symmetrisch für den schnellen Datenverkehr.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88720"/>
            <a:ext cx="5029200" cy="402336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232323"/>
                </a:solidFill>
                <a:latin typeface="Consolas"/>
              </a:rPr>
              <a:t>1. Verbindungsaufbau
   Zertifikat + Public-Key-Kryptografie
        ↓
2. gemeinsame Sitzungsschlüssel
        ↓
3. Datenverkehr symmetrisch
   → effizient / schnell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 · TLS 1.3: https://www.rfc-editor.org/rfc/rfc8446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Sicherung Kryptografie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Klartext, Geheimtext und Schlüssel erklären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symmetrisch und asymmetrisch unterscheiden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RSA-Grundidee an kleinen Zahlen nachvollziehen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erklären, warum HTTPS/TLS für den Datenverkehr symmetrische Verfahren nutzt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Bundesamt für Sicherheit in der Informationstechnik: https://www.bsi.bund.de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IETF RFC 8446 – The Transport Layer Security (TLS) Protocol Version 1.3: https://www.rfc-editor.org/rfc/rfc8446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Grafiken und vereinfachte Unterrichtsbeispiele: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