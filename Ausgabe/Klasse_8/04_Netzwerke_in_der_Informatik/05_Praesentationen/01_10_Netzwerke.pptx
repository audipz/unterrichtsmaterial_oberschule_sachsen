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Lehrplanbezug: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Leitfragenkasten bleibt frei; Netzwerkdiagramm darunter. Keine Kryptografie in dieser Pflichtpräsentation.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 null beginnen. Erst Alltagssituationen, dann Fachbegriffe.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Abkürzungen bei erster Verwendung ausschreiben. Typische Fehlvorstellung WLAN=Internet explizit bearbeiten.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jeweils mit Rolle und Alltagssituation erklären. Keine Abkürzungen ohne Einführung.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DNS zuerst ausschreiben und erklären. Telefonbuch-Analogie nur als Vereinfachung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konzeptionell vergleichen; keine unnötige Physikvertiefung.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Gesprächsregeln als Analogie. Begriff vor Abkürzungen einführen.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zu viele Abkürzungen auf einmal abfragen. Zuordnung an Alltagssituationen üben. SFTP nicht als bloß 'sicheres FTP'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vor Beispielen. Browser=Programm, WWW=Netzwerkdienst, Webserver=System/Rolle.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Von Alltagssituation zum Dienst gehen. Keine bloße Begriffsliste.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Praktische Diagnose. ping nur zu vorgegebenen Testzielen einsetzen. Ein fehlgeschlagener Ping beweist nicht zwingend Unerreichbarkeit, da Antworten blockiert werden können.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Sicherungsfolie bewusst ohne große überlagernde Grafik. Antworten mündlich oder als Exit-Ticket.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Keine internen Repository-, Branch- oder Markdown-Verweise in der Schülerpräsentation.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Netzwerke in der Informatik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Lernbereich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4173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74E"/>
                </a:solidFill>
              </a:rPr>
              <a:t>Wie gelangen Daten von unserem Gerät zu einem Dienst im Netzwerk oder Internet?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246120"/>
            <a:ext cx="11430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Endgerät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06640" y="34472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35240" y="3246120"/>
            <a:ext cx="1508760" cy="7315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Switch / Access Point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189720" y="34472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2600" y="3246120"/>
            <a:ext cx="105156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Router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69880" y="34472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98480" y="3246120"/>
            <a:ext cx="100584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Was ist ein Netzwerk?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 Netzwerk verbindet Informatiksysteme.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Geräte können Daten austauschen und Dienste nutzen.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Beispiele: Schulnetz, Heimnetz, Internet.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1430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Endgerät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0664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35240" y="1645920"/>
            <a:ext cx="1508760" cy="7315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Switch / Access Point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18972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2600" y="1645920"/>
            <a:ext cx="105156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Router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6988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98480" y="1645920"/>
            <a:ext cx="100584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LAN und WLAN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LAN = Local Area Network: lokales Netzwerk in einem begrenzten Bereich.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WLAN = Wireless Local Area Network: drahtloser Zugang zu einem lokalen Netzwerk.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WLAN ist nicht dasselbe wie Internet.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1430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Endgerät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0664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35240" y="1645920"/>
            <a:ext cx="1508760" cy="7315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Switch / Access Point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18972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2600" y="1645920"/>
            <a:ext cx="105156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Router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6988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98480" y="1645920"/>
            <a:ext cx="100584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Client, Server, Switch, Access Point,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Client: nutzt einen Dienst.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Server: stellt einen Dienst bereit.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Switch: verbindet Geräte im lokalen kabelgebundenen Netz.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Access Point: ermöglicht drahtlosen WLAN-Zugang.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Router: verbindet unterschiedliche Netze.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11430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Endgerät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06640" y="175564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35240" y="1554480"/>
            <a:ext cx="1508760" cy="7315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Switch / Access Point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189720" y="175564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2600" y="1554480"/>
            <a:ext cx="105156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Router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69880" y="175564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98480" y="1554480"/>
            <a:ext cx="100584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IP-Adresse und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IP = Internet Protocol; eine IP-Adresse dient der Adressierung im Netzwerk.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DNS = Domain Name System.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DNS hilft, Namen wie www.example.org passenden IP-Adressen zuzuordnen.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508760"/>
            <a:ext cx="4480560" cy="228600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>
                <a:solidFill>
                  <a:srgbClr val="232323"/>
                </a:solidFill>
                <a:latin typeface="Consolas"/>
              </a:rPr>
              <a:t>www.example.org
        ↓  DNS
93.184.216.34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Übertragungsmedien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Kupferkabel: elektrische Signale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Glasfaser: Lichtsignale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Funk/WLAN: drahtlose Übertragung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Auswahl hängt z. B. von Reichweite, Mobilität und Umgebung ab.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4114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Kupferkabel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377440"/>
            <a:ext cx="4114800" cy="68580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Glasfaser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383280"/>
            <a:ext cx="4114800" cy="68580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Funk / WLAN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Was ist ein Protokoll?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 Protokoll legt Regeln für die Kommunikation fest.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Es beschreibt z. B., wie Nachrichten aufgebaut und ausgetauscht werden.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Erst danach betrachten wir konkrete Protokolle.</a:t>
            </a:r>
          </a:p>
        </p:txBody>
      </p:sp>
      <p:sp>
        <p:nvSpPr>
          <p:cNvPr id="5" name="Diamond 4"/>
          <p:cNvSpPr/>
          <p:nvPr/>
        </p:nvSpPr>
        <p:spPr>
          <a:xfrm>
            <a:off x="7680960" y="1280160"/>
            <a:ext cx="2011680" cy="1280160"/>
          </a:xfrm>
          <a:prstGeom prst="diamond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Bedingung?</a:t>
            </a:r>
          </a:p>
          <a:p>
            <a:r>
              <a:t>WAHR / FALSCH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154680"/>
            <a:ext cx="192024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DANN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3154680"/>
            <a:ext cx="1920240" cy="640080"/>
          </a:xfrm>
          <a:prstGeom prst="roundRect">
            <a:avLst/>
          </a:prstGeom>
          <a:solidFill>
            <a:srgbClr val="F8CBAD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SONST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Wichtige Protokolle – ausgeschrieben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HTTP = Hypertext Transfer Protocol → Webseiten übertragen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HTTPS = Hypertext Transfer Protocol Secure → Webseiten geschützt übertragen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SMTP = Simple Mail Transfer Protocol → E-Mails versenden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IMAP = Internet Message Access Protocol → E-Mails auf dem Server abrufen/verwalten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SFTP = SSH File Transfer Protocol → Dateien über eine geschützte Verbindung übertragen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08760"/>
            <a:ext cx="4754880" cy="301752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232323"/>
                </a:solidFill>
                <a:latin typeface="Consolas"/>
              </a:rPr>
              <a:t>Webseite öffnen  → HTTP / HTTPS
E-Mail senden    → SMTP
E-Mail abrufen   → IMAP
Datei übertragen → SFTP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Was ist ein Netzwerkdienst?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 Netzwerkdienst stellt über ein Netzwerk eine bestimmte Funktion bereit.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Andere Geräte oder Programme können diese Funktion nutzen.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Dienst, Programm und Gerät sind nicht dasselbe.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1430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Endgerät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0664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35240" y="1645920"/>
            <a:ext cx="1508760" cy="7315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Switch / Access Point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18972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2600" y="1645920"/>
            <a:ext cx="105156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Router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6988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98480" y="1645920"/>
            <a:ext cx="100584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Dienste im Alltag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Webseite öffnen → World Wide Web (WWW): Webserver liefert Inhalte an den Browser.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E-Mail senden → E-Mail-Dienst: Mailserver nimmt Nachrichten an und leitet sie weiter.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Datei hochladen → Dateiübertragung: Daten werden auf ein anderes System übertragen.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Schulcloud nutzen → Cloud-Dienst: Dateien liegen auf entfernten Servern und können wieder abgerufen werden.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1430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Endgerät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0664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35240" y="1645920"/>
            <a:ext cx="1508760" cy="7315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Switch / Access Point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18972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2600" y="1645920"/>
            <a:ext cx="105156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Router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69880" y="18470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98480" y="1645920"/>
            <a:ext cx="100584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Datenwege untersuchen – wie prüfe 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1. Gerät verbunden? Kabel eingesteckt oder richtiges WLAN verbunden?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2. Lokales Netz erreichbar? Gegebenenfalls ein von der Lehrkraft vorgegebenes Ziel mit ping prüfen.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3. Andere bekannte Webseite erreichbar?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4. Namensauflösung als mögliche Fehlerstelle prüfen.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5. Funktioniert nur der gewünschte Dienst nicht?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54480"/>
            <a:ext cx="466344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232323"/>
                </a:solidFill>
                <a:latin typeface="Consolas"/>
              </a:rPr>
              <a:t>Beispiel:
ping 192.168.1.1
Nur ein von der Lehrkraft
vorgegebenes Testziel verwenden.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Sicherung – Das solltest du erklären können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Wie gelangen Daten vom Endgerät zu einem Server?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Welche Aufgaben haben Router, Switch und Access Point?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Was ist eine IP-Adresse?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Was macht das Domain Name System (DNS)?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Was unterscheidet Protokoll und Netzwerkdienst?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Grafiken und Diagnosebeispiele: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