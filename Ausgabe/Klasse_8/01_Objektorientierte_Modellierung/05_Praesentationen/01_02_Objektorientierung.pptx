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Voraussetzungsfreier Einstieg. Es wird ausdrücklich nicht angenommen, dass die Begriffe in Klasse 7 behandelt wurden. Lehrplanbezug: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bei null: reale Gegenstände nennen lassen. Noch keine Fachbegriffe voraussetzen. Von beobachtbaren Eigenschaften schrittweise zu Objekt, Attribut und Klasse 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Objektbegriff mit konkreten Gegenständen aufbauen. Wichtig: nicht mit 'Klasse' starten. Schüler sollen zunächst ein einzelnes Ding beschreiben.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Alltagssprache 'Eigenschaft', dann Fachwort Attribut. Attribut und Attributwert konsequent trennen.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konkrete Objekte vergleichen. Schüler erkennen: gleiche Struktur, unterschiedliche 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Bauplanmetapher nutzen und begrenzen: Die Klasse ist die gemeinsame Beschreibung, nicht ein weiteres konkretes Fahrrad.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 Lampe: an=false → an=true. Die Zustandsänderung verändert nicht die Klasse.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 beschreibt, Methode tut etwas. Verbindung zu späteren eigenen Anweisungen in Robot Karol vorbereiten.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Früh die Fehlvorstellung adressieren: Definition bedeutet nicht automatische Ausführung. Das wird in Robot Karol später praktisch vertieft.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Partneraufgabe. Hilfen für schwächere Gruppen: Satzstarter und Beispielattribute. Stärkere Gruppen vergleichen zwei Objekte derselben Klasse.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ohne Vorwissen: Von 'Was tut die Methode?' zu 'Welche eindeutigen Schritte sind dafür nötig?'.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Keine internen Repository-, Branch- oder Markdown-Verweise in der Schülerpräsentation.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Objekte, Klassen, Attribute, Methoden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Objektorientierte Modellierung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4173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74E"/>
                </a:solidFill>
              </a:rPr>
              <a:t>Wie kann ein Computer ähnliche Dinge eindeutig beschreiben?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Ein konkretes Ding: das Objekt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 Objekt ist etwas Konkretes, das wir einzeln betrachten.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Beispiele: dieses Fahrrad, diese Lampe, dieses Smartphone.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Objekte können Eigenschaften besitzen und Aktionen ausführen.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blau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60520"/>
            <a:ext cx="201168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Klasse Fahrrad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Eigenschaften werden Attribute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Attribut = benannte Eigenschaft eines Objekts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Attributwert = aktueller Wert dieser Eigenschaft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Beispiel: farbe = rot, gänge =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blau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60520"/>
            <a:ext cx="201168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Klasse Fahrrad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Mehrere ähnliche Objekte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Fahrräder haben ähnliche Arten von Attributen.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Attributwerte können unterschiedlich sein.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Wir suchen eine gemeinsame Beschreibung.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blau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60520"/>
            <a:ext cx="201168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Klasse Fahrrad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Die Klasse als Bauplan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Eine Klasse beschreibt gleichartige Objekte.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Sie legt typische Attribute und mögliche Methoden fest.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Konkrete Objekte sind Ausprägungen dieser Klasse.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blau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60520"/>
            <a:ext cx="201168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Klasse Fahrrad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Zustand eines Objekts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Der Zustand ergibt sich aus den aktuellen Attributwerten.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Zustände können sich ändern.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Klasse bleibt dabei gleich.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63040"/>
            <a:ext cx="192024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Lampe
an = falsch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595360" y="1691640"/>
            <a:ext cx="731520" cy="36576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0" y="1463040"/>
            <a:ext cx="1920240" cy="8229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Lampe
an = wahr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971800"/>
            <a:ext cx="2286000" cy="59436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einschalten()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Methoden: Was kann ein Objekt tun?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Methoden beschreiben Verhalten oder Aktionen.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Methoden können Attributwerte verändern.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Beispiele: einschalten(), schalten(), bremsen().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63040"/>
            <a:ext cx="192024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Lampe
an = falsch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595360" y="1691640"/>
            <a:ext cx="731520" cy="36576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0" y="1463040"/>
            <a:ext cx="1920240" cy="8229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Lampe
an = wahr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971800"/>
            <a:ext cx="2286000" cy="59436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einschalten()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Definition und Ausführung unterscheiden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Eine Methode beschreibt einen Ablauf.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Ausgeführt wird sie erst, wenn sie aufgerufen wird.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Eine einmal definierte Methode kann mehrfach verwendet werden.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754880" cy="320040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232323"/>
                </a:solidFill>
                <a:latin typeface="Consolas"/>
              </a:rPr>
              <a:t>Definition: einschalten()
Aufruf 1: einschalten()
Aufruf 2: einschalten()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Objektkarte erstellen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Wähle ein Alltagsobjekt.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Notiere Klasse, mindestens drei Attribute und Attributwerte.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Notiere zwei sinnvolle Methoden.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Erkläre: Was beschreibt Zustand, was Verhalten?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1828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74E"/>
                </a:solidFill>
              </a:rPr>
              <a:t>Fahrrad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77440"/>
            <a:ext cx="1828800" cy="5029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farbe = blau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063240"/>
            <a:ext cx="182880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gänge =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60520"/>
            <a:ext cx="201168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Klasse Fahrrad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Brücke zu Algorithmen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Eine Methode braucht einen eindeutigen Ablauf.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 Ablauf besteht aus einzelnen Anweisungen.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Solche Abläufe untersuchen wir als Algorithmen.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43000"/>
            <a:ext cx="32918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03120"/>
            <a:ext cx="3291840" cy="5943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Anweisung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063240"/>
            <a:ext cx="3291840" cy="5943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Anweisung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023360"/>
            <a:ext cx="32918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Grafiken und Beispiele: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