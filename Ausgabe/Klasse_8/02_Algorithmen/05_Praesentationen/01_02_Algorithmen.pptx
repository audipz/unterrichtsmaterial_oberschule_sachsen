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Lehrplanbezug: https://www.schulportal.sachsen.de/lplandb/lehrplan/514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 absichtlich unklaren Anweisungen starten. Ziel: Kriterien eines Algorithmus aus Beispielen ableiten.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altersgerecht einführen. Alltag und Informatik verbinden.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vom Nutzer gewünschte Ergänzung 'in endlicher Zeit' ausdrücklich thematisieren. Beispiele und Gegenbeispiele sammeln.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Begriff Struktogramm neu einführen. Ein Nassi-Shneiderman-Struktogramm zeigt Kontrollstrukturen durch ineinander liegende Blöcke. Noch keine komplexe Verschachtelung.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Mehrere Beispiele nutzen: Alltag, Anmeldung, Spiel, Karol. Fachhinweis: if wertet eine Bedingung wahr/falsch aus. Mehrfachauswahlen wie switch/case sind andere Auswahlstrukturen und werden hier nicht benötigt.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Karol-Beispiele ankündigen. Unterschied nicht nur definieren, sondern an Aufgaben entscheiden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Verschachtelung als allgemeines Konzept erklären. Arbeitsblatt sollte Aufgaben zu Code, Struktogramm und Ablauf enthalten.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Testfälle als kleine Szenarien formulieren, nicht nur 'Seitenlänge 1'. Normal-, Rand- und Sonderfall anhand konkreter Welten üben.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Quellenfolie. Keine internen Repository-, Branch- oder Markdown-Verweise in der Schülerpräsentation.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Algorithmen vertiefen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FFFFFF"/>
                </a:solidFill>
              </a:rPr>
              <a:t>Klasse 8 · Algorithmen und Programme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Leitfrage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15600" cy="1417320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74E"/>
                </a:solidFill>
              </a:rPr>
              <a:t>Wann ist eine Beschreibung so genau, dass ein Computer sie ausführen kann?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Was ist ein Algorithmus?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Eine eindeutige Folge ausführbarer Anweisungen.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Er löst eine Aufgabe oder ein Problem.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Die Schritte sind so beschrieben, dass sie nachvollzogen werden können.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143000"/>
            <a:ext cx="3291840" cy="59436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103120"/>
            <a:ext cx="3291840" cy="594360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Anweisung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3291840" cy="594360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Anweisung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023360"/>
            <a:ext cx="3291840" cy="59436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Qualitätsmerkmale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eindeutig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ausführbar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endlich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liefert ein erwartbares Ergebnis (in endlicher Zeit)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011680" cy="73152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74E"/>
                </a:solidFill>
              </a:rPr>
              <a:t>eindeutig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371600"/>
            <a:ext cx="2011680" cy="731520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74E"/>
                </a:solidFill>
              </a:rPr>
              <a:t>ausführbar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606040"/>
            <a:ext cx="201168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74E"/>
                </a:solidFill>
              </a:rPr>
              <a:t>endlich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2011680" cy="731520"/>
          </a:xfrm>
          <a:prstGeom prst="roundRect">
            <a:avLst/>
          </a:prstGeom>
          <a:solidFill>
            <a:srgbClr val="E2EFD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74E"/>
                </a:solidFill>
              </a:rPr>
              <a:t>erwartbares Ergebnis
(in endlicher Zeit)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Abläufe darstellen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Schritte können nummeriert werden.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Pseudocode beschreibt Abläufe textuell.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Struktogramme stellen Abläufe grafisch dar.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566928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Sequenz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59" y="182880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Schritt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59" y="246888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Schritt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Bedingungen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Eine Bedingung ist eine Aussage, die WAHR oder FALSCH ist.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WENN Passwort korrekt, DANN Zugriff erlauben, SONST Fehlermeldung.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Robot Karol: WENN vor Karol eine Wand ist, DANN drehen, SONST Schritt.</a:t>
            </a:r>
          </a:p>
        </p:txBody>
      </p:sp>
      <p:sp>
        <p:nvSpPr>
          <p:cNvPr id="5" name="Diamond 4"/>
          <p:cNvSpPr/>
          <p:nvPr/>
        </p:nvSpPr>
        <p:spPr>
          <a:xfrm>
            <a:off x="7680960" y="1280160"/>
            <a:ext cx="2011680" cy="1280160"/>
          </a:xfrm>
          <a:prstGeom prst="diamond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Bedingung?</a:t>
            </a:r>
          </a:p>
          <a:p>
            <a:r>
              <a:t>WAHR / FALSCH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154680"/>
            <a:ext cx="1920240" cy="640080"/>
          </a:xfrm>
          <a:prstGeom prst="roundRect">
            <a:avLst/>
          </a:prstGeom>
          <a:solidFill>
            <a:srgbClr val="E2EFD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DANN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3154680"/>
            <a:ext cx="1920240" cy="640080"/>
          </a:xfrm>
          <a:prstGeom prst="roundRect">
            <a:avLst/>
          </a:prstGeom>
          <a:solidFill>
            <a:srgbClr val="F8CBAD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74E"/>
                </a:solidFill>
              </a:rPr>
              <a:t>SONST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Wiederholungen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Feste Wiederholung: Anzahl vorher bekannt.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Bedingte Wiederholung: eine Bedingung entscheidet über die Fortsetzung.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Beide Formen vermeiden unnötig wiederholten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4937760" cy="4023360"/>
          </a:xfrm>
          <a:prstGeom prst="rect">
            <a:avLst/>
          </a:prstGeom>
          <a:solidFill>
            <a:srgbClr val="FAFAFA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232323"/>
                </a:solidFill>
                <a:latin typeface="Consolas"/>
              </a:rPr>
              <a:t>FEST:
wiederhole 5 mal
    Schritt
*wiederhole
BEDINGT:
solange NichtIstWand
    Schritt
*solange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Verschachtelung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Kontrollstrukturen können ineinander liegen.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Beispiel: Schleife in Schleife.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Auch Bedingungen und Schleifen können miteinander verschachtelt werden.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Einrückung macht die Struktur sichtbar.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566928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4-mal wiederholen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59" y="182880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4-mal wiederholen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468880"/>
            <a:ext cx="3749039" cy="566928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Ziegel hinlegen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108960"/>
            <a:ext cx="3749039" cy="566928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Schritt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59" y="374904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drehen / Reihenwechsel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Testfälle konkret beschreiben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Ausgangslage: z. B. Wand nach 3 Kacheln.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Erwartung: Karol bleibt vor der Wand stehen.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Beobachtung: Was passiert tatsächlich?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Änderung: gezielt nur eine Ursache prüfen.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051560"/>
            <a:ext cx="1463040" cy="54864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Beobachten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2560320"/>
            <a:ext cx="1463040" cy="54864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Eingrenzen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4069080"/>
            <a:ext cx="1463040" cy="54864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Ändern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560320"/>
            <a:ext cx="1463040" cy="54864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Testen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2514600"/>
            <a:ext cx="1645920" cy="640080"/>
          </a:xfrm>
          <a:prstGeom prst="roundRect">
            <a:avLst/>
          </a:prstGeom>
          <a:solidFill>
            <a:srgbClr val="E2EFD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Programm
verbessern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</a:defRPr>
            </a:pPr>
            <a:r>
              <a:t>Sächsischer Lehrplan Oberschule Informatik, Klassenstufe 8: https://www.schulportal.sachsen.de/lplandb/lehrplan/514</a:t>
            </a:r>
          </a:p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</a:defRPr>
            </a:pPr>
            <a:r>
              <a:t>Grafiken, Struktogramme und Beispiele: eigene didaktische Darstellung.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Quellenangaben · Grafiken: eigene Darstellung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