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Robot Karol: https://www.schule.bayern.de/karol · Lehrplan: https://www.schulportal.sachsen.de/lplandb/lehrplan/514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Schülerfolie einfach, Fachpräzisierungen in Notizen.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Hinweis: switch/case als Mehrfachauswahl nur in Bemerkungen erwähnen.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 zwei Welten vergleichen.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 Arbeitsblatt-Aufgabe verwenden.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Einrückung und Methoden/Wiederverwendung sensibilisieren.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 ≠ Aufruf explizit abprüfen.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Typische Fehlvorstellung: Definition oben wird nicht automatisch ausgeführt.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Quellenfolie. Quellenangaben sind für Lehrkraft/Weiterverwendung sichtbar.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Robot Karol: Bedingungen und Unterprogramme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Klasse 8 · Bedingungen, Verschachtelung, Wiederverwendung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Leitfrage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789920" cy="123444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2C3C"/>
                </a:solidFill>
              </a:rPr>
              <a:t>Wie kann Karol reagieren und Programmteile wiederverwenden?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0" y="274320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7808" y="274320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74736" y="274320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41664" y="274320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331012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7808" y="331012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74736" y="331012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41664" y="331012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387705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7808" y="387705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6" y="387705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41664" y="387705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0" y="4443983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7808" y="4443983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74736" y="4443983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41664" y="4443983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3246120"/>
            <a:ext cx="658368" cy="658368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02C3C"/>
                </a:solidFill>
              </a:rPr>
              <a:t>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Sensorfragen als Bedingungen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Sensorfragen liefern Informationen.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Im Unterricht: Antwort JA oder NEIN.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Beispiele: IstWand, IstZiegel, IstMarke.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Damit steuern Bedingungen den Ablauf.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754880" cy="3017520"/>
          </a:xfrm>
          <a:prstGeom prst="rect">
            <a:avLst/>
          </a:prstGeom>
          <a:solidFill>
            <a:srgbClr val="FCFCFC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1E1E1E"/>
                </a:solidFill>
                <a:latin typeface="Consolas"/>
              </a:rPr>
              <a:t>wenn IstWand dann
    LinksDrehen
sonst
    Schritt
*wenn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Fest oder bedingt?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Fest: Karol geht genau 5 Felder.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Bedingt: Karol läuft bis zur Wand.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Fest = Anzahl bekannt.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Bedingt = Situation entscheidet.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188720"/>
            <a:ext cx="5120640" cy="3840480"/>
          </a:xfrm>
          <a:prstGeom prst="rect">
            <a:avLst/>
          </a:prstGeom>
          <a:solidFill>
            <a:srgbClr val="FCFCFC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>
                <a:solidFill>
                  <a:srgbClr val="1E1E1E"/>
                </a:solidFill>
                <a:latin typeface="Consolas"/>
              </a:rPr>
              <a:t>wiederhole 5 mal
    Schritt
*wiederhole
solange NichtIstWand
    Schritt
*solange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Verschachtelung in Robot Karol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Schleifen können ineinander liegen.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Bedingungen können in Schleifen liegen.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Einrückungen machen Zugehörigkeiten sichtbar.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Struktogramme helfen beim Planen.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02920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4-mal: Reihen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892807"/>
            <a:ext cx="4389120" cy="530352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4-mal: Ziegel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505456"/>
            <a:ext cx="3749039" cy="530352"/>
          </a:xfrm>
          <a:prstGeom prst="roundRect">
            <a:avLst/>
          </a:prstGeom>
          <a:solidFill>
            <a:srgbClr val="DDEEDD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Hinlegen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3118103"/>
            <a:ext cx="3749039" cy="530352"/>
          </a:xfrm>
          <a:prstGeom prst="roundRect">
            <a:avLst/>
          </a:prstGeom>
          <a:solidFill>
            <a:srgbClr val="DDEEDD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Schritt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3730752"/>
            <a:ext cx="4389120" cy="530352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zur nächsten Reihe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Programme übersichtlich machen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wiederkehrende Muster erkennen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Teilprobleme bilden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eigene Anweisungen definieren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Hauptprogramm lesbar halten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188720"/>
            <a:ext cx="5120640" cy="3749039"/>
          </a:xfrm>
          <a:prstGeom prst="rect">
            <a:avLst/>
          </a:prstGeom>
          <a:solidFill>
            <a:srgbClr val="FCFCFC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>
                <a:solidFill>
                  <a:srgbClr val="1E1E1E"/>
                </a:solidFill>
                <a:latin typeface="Consolas"/>
              </a:rPr>
              <a:t>solange NichtIstWand
    wenn IstZiegel
        Aufheben
    sonst
        Schritt
    *wenn
*solange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Eigene Anweisung in Karol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Eine Befehlsfolge bekommt einen Namen.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Definition beschreibt die Befehle.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Aufruf führt sie aus.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Einmal definieren – mehrfach aufrufen.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212080" cy="4572000"/>
          </a:xfrm>
          <a:prstGeom prst="rect">
            <a:avLst/>
          </a:prstGeom>
          <a:solidFill>
            <a:srgbClr val="FCFCFC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1E1E1E"/>
                </a:solidFill>
                <a:latin typeface="Consolas"/>
              </a:rPr>
              <a:t>Anweisung ReiheBauen
    wiederhole 4 mal
        Hinlegen
        Schritt
    *wiederhole
*Anweisung
ReiheBauen
ReiheBauen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Wiederverwendbarkeit prüfen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Wird die Anweisung mehrfach aufgerufen?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Muss ich sie nicht neu schreiben?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Was passiert, wenn ich nur definiere?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Wo ändere ich die Reihenlänge?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188720"/>
            <a:ext cx="5120640" cy="3840480"/>
          </a:xfrm>
          <a:prstGeom prst="rect">
            <a:avLst/>
          </a:prstGeom>
          <a:solidFill>
            <a:srgbClr val="FCFCFC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1E1E1E"/>
                </a:solidFill>
                <a:latin typeface="Consolas"/>
              </a:rPr>
              <a:t>Anweisung ZiegelLegen
    Hinlegen
*Anweisung
Schritt
Schritt
# Ergebnis: kein Ziegel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Robot Karol: https://www.schule.bayern.de/karol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Sächsischer Lehrplan Oberschule Informatik, Klassenstufe 8: https://www.schulportal.sachsen.de/lplandb/lehrplan/514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Codebeispiele und Struktogramme: eigene didaktische Darstellung.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Quellenangaben · Grafiken: eigene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