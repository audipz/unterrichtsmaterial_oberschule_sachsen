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 Karol: https://www.schule.bayern.de/karol · 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 direkt in Präsentation; keine externe Welt suchen. Startlage gemeinsam festlegen.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nur Ergebnis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Planungsfolie vor dem Programmieren.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Checkliste während der Arbeitsphase.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Lösungscode nur in Lehrerhinweisen. Schüler sehen Ergebnis und Struktogramm.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Vollständiger Karol-Code in Lehrerbemerkungen kopierfertig ergänzen und vor Einsatz mit Karol-Version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Karol-Projekt: Muster programmatisch erzeugen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Projekt und Sicherung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Projektauftrag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Erzeuge mit Robot Karol auf leerer Fläche ein 4 × 4-Ziegelfeld.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274320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16367" y="274320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83296" y="274320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50224" y="274320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331012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16367" y="331012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83296" y="331012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50224" y="331012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387705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16367" y="387705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387705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387705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4443983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16367" y="4443983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4443983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50224" y="4443983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324612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Was muss dein Programm zeigen?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sinnvolle Wiederholungen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mindestens eine verschachtelte Wiederholung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mindestens eine eigene Anweisung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saubere Einrückung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verständliche Namen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24927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91856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8784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58784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58784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7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196596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Teilprobleme bilden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eine Reihe bauen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zur nächsten Reihe wechseln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vier Reihen erzeugen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Teilaufgaben wiederverwenden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 Reihen erzeugen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eine Reihe bauen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505456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zur nächsten Reihe wechseln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18103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wiederholen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Code-Check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Habe ich eine Wiederholung?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Habe ich Verschachtelung?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Habe ich eine eigene Anweisung?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Wird sie mehrfach aufgerufen?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Erzeugt mein Code genau das Muster?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6304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6304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8328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38328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43200"/>
            <a:ext cx="2011680" cy="59436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Debugging-Zyklus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Zielbild vergleichen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werden genau 16 Ziegel gelegt?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stimmt der Reihenwechsel?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endet Karol an der erwarteten Stelle?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ist der Code erklärbar?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24927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91856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8784" y="1463040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58784" y="2029968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58784" y="2596896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7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3163824"/>
            <a:ext cx="530352" cy="530352"/>
          </a:xfrm>
          <a:prstGeom prst="rect">
            <a:avLst/>
          </a:prstGeom>
          <a:solidFill>
            <a:srgbClr val="F8CBAD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196596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Mögliche Lösung als Struktogramm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äußere Schleife erzeugt Reihen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innere Schleife erzeugt Ziegel einer Reihe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Reihenwechsel verbindet die Reihen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verschiedene korrekte Codes sind möglich.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Reihen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Felder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505456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Ziegel hinlegen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118103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ggf. Schritt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730752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Reihenwechsel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Robot Karol: https://www.schule.bayern.de/karol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Zielmuster, Struktogramme und Aufgaben: eigene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