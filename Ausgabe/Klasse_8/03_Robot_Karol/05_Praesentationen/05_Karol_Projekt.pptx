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Quellen: https://www.schule.bayern.de/karol · https://www.schulportal.sachsen.de/lplandb/lehrplan/514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Aufgabe ist direkt in der Präsentation enthalten; keine externe Datei muss gesucht werden. Startwelt: ausreichend große leere Welt, Karol an einer geeigneten Ecke. Die konkrete Startlage vor Beginn gemeinsam festlegen.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Nicht nur Ergebnis bewerten, sondern Struktur des Programms. Alternative korrekte Lösungen zulassen.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Planungsphase vor dem Programmieren. Noch keinen vollständigen Lösungscode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Code-Check während der Arbeitsphase. Lehrkraft fragt gezielt nach Definition und Aufruf.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Testfälle an das konkrete Projekt binden. Erwartung vor dem Ausführen formulieren.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MÖGLICHE MUSTERLÖSUNG – vor Einsatz mit der verwendeten Robot-Karol-Version prüfen/kopieren:</a:t>
            </a:r>
          </a:p>
          <a:p/>
          <a:p>
            <a:r>
              <a:t>Anweisung ReiheBauen</a:t>
            </a:r>
          </a:p>
          <a:p>
            <a:r>
              <a:t>    wiederhole 4 mal</a:t>
            </a:r>
          </a:p>
          <a:p>
            <a:r>
              <a:t>        Hinlegen</a:t>
            </a:r>
          </a:p>
          <a:p>
            <a:r>
              <a:t>        wenn NichtIstWand dann</a:t>
            </a:r>
          </a:p>
          <a:p>
            <a:r>
              <a:t>            Schritt</a:t>
            </a:r>
          </a:p>
          <a:p>
            <a:r>
              <a:t>        *wenn</a:t>
            </a:r>
          </a:p>
          <a:p>
            <a:r>
              <a:t>    *wiederhole</a:t>
            </a:r>
          </a:p>
          <a:p>
            <a:r>
              <a:t>*Anweisung</a:t>
            </a:r>
          </a:p>
          <a:p/>
          <a:p>
            <a:r>
              <a:t>Anweisung NaechsteReihe</a:t>
            </a:r>
          </a:p>
          <a:p>
            <a:r>
              <a:t>    LinksDrehen</a:t>
            </a:r>
          </a:p>
          <a:p>
            <a:r>
              <a:t>    Schritt</a:t>
            </a:r>
          </a:p>
          <a:p>
            <a:r>
              <a:t>    LinksDrehen</a:t>
            </a:r>
          </a:p>
          <a:p>
            <a:r>
              <a:t>*Anweisung</a:t>
            </a:r>
          </a:p>
          <a:p/>
          <a:p>
            <a:r>
              <a:t>Hauptprogramm:</a:t>
            </a:r>
          </a:p>
          <a:p>
            <a:r>
              <a:t>wiederhole 4 mal</a:t>
            </a:r>
          </a:p>
          <a:p>
            <a:r>
              <a:t>    ReiheBauen</a:t>
            </a:r>
          </a:p>
          <a:p>
            <a:r>
              <a:t>    [Reihenwechsel passend zur Startlage/Welt]</a:t>
            </a:r>
          </a:p>
          <a:p>
            <a:r>
              <a:t>*wiederhole</a:t>
            </a:r>
          </a:p>
          <a:p/>
          <a:p>
            <a:r>
              <a:t>Hinweis: Der exakte Reihenwechsel hängt von Startposition, Blickrichtung und gewünschtem Endzustand ab. Deshalb vor Unterrichtsbeginn in der eingesetzten Welt testen. Erwartetes Ergebnis: 4×4-Ziegelfeld. Typische Fehler: Schritt nach letztem Ziegel, falsche Drehrichtung, Reihenwechsel auch nach letzter Reihe.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Schüler sehen bewusst das Struktogramm statt des vollständigen Lösungscodes. Lösungscode bleibt in den Lehrerbemerkungen.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Differenzierung: 3×6 als leichter Transfer, Rahmen oder Wechselmuster als Erweiterung.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Quellenfolie. Keine internen Repository-, Branch- oder Markdown-Verweise in der Schülerpräsentation.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Karol-Projekt: Muster programmatisch erzeugen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FFFFFF"/>
                </a:solidFill>
              </a:rPr>
              <a:t>Klasse 8 · Projekt und Kompetenzsicherung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Projektauftrag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15600" cy="1417320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74E"/>
                </a:solidFill>
              </a:rPr>
              <a:t>Programmiere Karol so, dass er auf einer leeren Fläche ein 4 × 4-Ziegelfeld erzeugt.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956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8" name="Rectangle 7"/>
          <p:cNvSpPr/>
          <p:nvPr/>
        </p:nvSpPr>
        <p:spPr>
          <a:xfrm>
            <a:off x="854964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388620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388620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388620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388620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452627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452627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452627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452627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516635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516635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516635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516635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0" y="3840480"/>
            <a:ext cx="731520" cy="73152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374E"/>
                </a:solidFill>
              </a:rPr>
              <a:t>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Was soll dein Programm zeigen?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sinnvolle Wiederholungen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mindestens eine verschachtelte Wiederholung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mindestens eine eigene Anweisung für eine wiederkehrende Teilaufgabe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saubere Einrückung und verständliche Namen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956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8" name="Rectangle 7"/>
          <p:cNvSpPr/>
          <p:nvPr/>
        </p:nvSpPr>
        <p:spPr>
          <a:xfrm>
            <a:off x="854964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0" y="1920240"/>
            <a:ext cx="731520" cy="73152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374E"/>
                </a:solidFill>
              </a:rPr>
              <a:t>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Zerlege das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Wie baust du eine einzelne Reihe?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Wie wechselst du zur nächsten Reihe?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Welche Schritte wiederholen sich?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Welche Teilaufgabe lohnt sich als eigene Anweisung?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029200" cy="566928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4 Reihen erzeugen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59" y="1828800"/>
            <a:ext cx="4389120" cy="566928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eine Reihe bauen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59" y="2468880"/>
            <a:ext cx="4389120" cy="566928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zur nächsten Reihe wechseln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Prüfe deinen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Habe ich eine Wiederholung verwendet?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Habe ich eine verschachtelte Wiederholung verwendet?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Habe ich eine eigene Anweisung definiert und mehrfach aufgerufen?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Ist mein Code sinnvoll eingerückt?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Habe ich unnötig kopierten Code vermieden?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Erzeugt mein Programm genau das Zielmuster?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1051560"/>
            <a:ext cx="1463040" cy="54864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4E"/>
                </a:solidFill>
              </a:rPr>
              <a:t>Beobachten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2560320"/>
            <a:ext cx="1463040" cy="548640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4E"/>
                </a:solidFill>
              </a:rPr>
              <a:t>Eingrenzen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4069080"/>
            <a:ext cx="1463040" cy="54864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4E"/>
                </a:solidFill>
              </a:rPr>
              <a:t>Ändern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2560320"/>
            <a:ext cx="1463040" cy="548640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74E"/>
                </a:solidFill>
              </a:rPr>
              <a:t>Testen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2514600"/>
            <a:ext cx="1645920" cy="640080"/>
          </a:xfrm>
          <a:prstGeom prst="roundRect">
            <a:avLst/>
          </a:prstGeom>
          <a:solidFill>
            <a:srgbClr val="E2EFD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Programm
verbessern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Konkrete Testfragen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Werden genau 16 Ziegel gelegt?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Stimmt die Position nach der ersten Reihe?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Funktioniert der Reihenwechsel in die richtige Richtung?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Endet Karol nach der vierten Reihe an der erwarteten Stelle?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956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8" name="Rectangle 7"/>
          <p:cNvSpPr/>
          <p:nvPr/>
        </p:nvSpPr>
        <p:spPr>
          <a:xfrm>
            <a:off x="854964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0" y="1920240"/>
            <a:ext cx="731520" cy="73152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374E"/>
                </a:solidFill>
              </a:rPr>
              <a:t>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So soll das Ergebnis aussehen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Vergleiche deine Welt mit dem Zielbild.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Das Zielbild ist entscheidend – nicht ein bestimmter Lösungsweg.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956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8" name="Rectangle 7"/>
          <p:cNvSpPr/>
          <p:nvPr/>
        </p:nvSpPr>
        <p:spPr>
          <a:xfrm>
            <a:off x="854964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0" y="1920240"/>
            <a:ext cx="731520" cy="73152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374E"/>
                </a:solidFill>
              </a:rPr>
              <a:t>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Eine mögliche Lösung als Struktogramm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Das Struktogramm zeigt die Struktur, nicht zwingend den einzigen Lösungsweg.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Markiere äußere und innere Wiederholung sowie den Reihenwechsel.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029200" cy="566928"/>
          </a:xfrm>
          <a:prstGeom prst="roundRect">
            <a:avLst/>
          </a:prstGeom>
          <a:solidFill>
            <a:srgbClr val="DCE6F1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4-mal: Reihen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59" y="1828800"/>
            <a:ext cx="4389120" cy="566928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4-mal: Felder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468880"/>
            <a:ext cx="3749039" cy="566928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Ziegel hinlegen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3108960"/>
            <a:ext cx="3749039" cy="566928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ggf. Schritt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59" y="3749040"/>
            <a:ext cx="4389120" cy="566928"/>
          </a:xfrm>
          <a:prstGeom prst="roundRect">
            <a:avLst/>
          </a:prstGeom>
          <a:solidFill>
            <a:srgbClr val="F2F6FA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74E"/>
                </a:solidFill>
              </a:rPr>
              <a:t>Reihenwechsel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Wie erzeugst du ein 3 × 6-Feld?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Welche Wiederholungszahlen ändern sich?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Welche eigene Anweisung kann unverändert bleiben?</a:t>
            </a:r>
          </a:p>
          <a:p>
            <a:pPr>
              <a:spcAft>
                <a:spcPts val="800"/>
              </a:spcAft>
              <a:defRPr sz="1900">
                <a:solidFill>
                  <a:srgbClr val="232323"/>
                </a:solidFill>
              </a:defRPr>
            </a:pPr>
            <a:r>
              <a:t>Wie würdest du ein Rahmenmuster statt einer gefüllten Fläche erzeugen?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948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956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8" name="Rectangle 7"/>
          <p:cNvSpPr/>
          <p:nvPr/>
        </p:nvSpPr>
        <p:spPr>
          <a:xfrm>
            <a:off x="8549640" y="132588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196596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2606039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3246120"/>
            <a:ext cx="603504" cy="603504"/>
          </a:xfrm>
          <a:prstGeom prst="rect">
            <a:avLst/>
          </a:prstGeom>
          <a:solidFill>
            <a:srgbClr val="F8CBAD"/>
          </a:solidFill>
          <a:ln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23560" y="1920240"/>
            <a:ext cx="731520" cy="731520"/>
          </a:xfrm>
          <a:prstGeom prst="roundRect">
            <a:avLst/>
          </a:prstGeom>
          <a:solidFill>
            <a:srgbClr val="FFE699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F374E"/>
                </a:solidFill>
              </a:rPr>
              <a:t>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Grafik: eigene Darstellung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74E"/>
                </a:solidFill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323"/>
                </a:solidFill>
              </a:defRPr>
            </a:pPr>
            <a:r>
              <a:t>Robot Karol: https://www.schule.bayern.de/karol</a:t>
            </a:r>
          </a:p>
          <a:p>
            <a:pPr>
              <a:spcAft>
                <a:spcPts val="800"/>
              </a:spcAft>
              <a:defRPr sz="1500">
                <a:solidFill>
                  <a:srgbClr val="232323"/>
                </a:solidFill>
              </a:defRPr>
            </a:pPr>
            <a:r>
              <a:t>Sächsischer Lehrplan Oberschule Informatik, Klassenstufe 8: https://www.schulportal.sachsen.de/lplandb/lehrplan/514</a:t>
            </a:r>
          </a:p>
          <a:p>
            <a:pPr>
              <a:spcAft>
                <a:spcPts val="800"/>
              </a:spcAft>
              <a:defRPr sz="1500">
                <a:solidFill>
                  <a:srgbClr val="232323"/>
                </a:solidFill>
              </a:defRPr>
            </a:pPr>
            <a:r>
              <a:t>Zielmuster, Struktogramme und Beispiele: eigene didaktische Darstellung.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064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646464"/>
                </a:solidFill>
              </a:rPr>
              <a:t>Quellenangaben · Grafiken: eigene Darstellung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