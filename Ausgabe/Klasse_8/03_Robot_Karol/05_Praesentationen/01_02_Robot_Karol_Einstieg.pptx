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Robot Karol: https://www.schule.bayern.de/karol · Lehrplan: https://www.schulportal.sachsen.de/lplandb/lehrplan/514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Karol als didaktisch reduzierte Umgebung einführen.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feste Himmelsrichtung behaupten.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 jedem Ausführen vorhersagen lassen, was passiert.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 langem Code Wiederholung entwickeln.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Als Brücke zur Verschachtelung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Debugging als Lifecycle darstellen.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Für jeden Test: Erwartung vor Ausführung notieren.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Quellenangaben sind für Lehrkraft/Weiterverwendung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Robot Karol Einstieg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8 · praktische Algorithmik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789920" cy="123444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2C3C"/>
                </a:solidFill>
              </a:rPr>
              <a:t>Wie wird aus einem Algorithmus ein ausführbares Programm?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0" y="274320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7808" y="274320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74736" y="274320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41664" y="274320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331012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7808" y="331012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74736" y="331012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41664" y="331012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387705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7808" y="387705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387705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41664" y="387705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4443983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7808" y="4443983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4443983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41664" y="4443983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3246120"/>
            <a:ext cx="658368" cy="658368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C3C"/>
                </a:solidFill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Die Karol-Welt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Karol steht auf Kacheln.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Welten können Wände, Ziegel und Marken enthalten.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Position und Blickrichtung gehören zum Zustand.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Blickrichtung hängt von der Welt 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46304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24927" y="146304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91856" y="146304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58784" y="146304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0" y="202996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24927" y="202996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1856" y="202996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58784" y="202996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0" y="259689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24927" y="259689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1856" y="259689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58784" y="259689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3163824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24927" y="3163824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3163824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58784" y="3163824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0" y="1965960"/>
            <a:ext cx="658368" cy="658368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C3C"/>
                </a:solidFill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Grundbefehle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Schritt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LinksDrehen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Hinlegen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Aufheben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MarkeSetzen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554480"/>
            <a:ext cx="3931920" cy="292608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>
                <a:solidFill>
                  <a:srgbClr val="1E1E1E"/>
                </a:solidFill>
                <a:latin typeface="Consolas"/>
              </a:rPr>
              <a:t>Schritt
LinksDrehen
Hinlegen
Aufheben
MarkeSetzen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Wiederholung statt Kopieren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gleiche Schritte erkennen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feste Anzahl verwenden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Code wird kürzer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Änderungen sind einfacher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554480"/>
            <a:ext cx="4572000" cy="210312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>
                <a:solidFill>
                  <a:srgbClr val="1E1E1E"/>
                </a:solidFill>
                <a:latin typeface="Consolas"/>
              </a:rPr>
              <a:t>wiederhole 10 mal
    Schritt
*wiederhole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Quadrat mit Wiederholung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Quadrat: vier Seiten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jede Seite enthält mehrere Schritte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äußere Wiederholung: vier Seiten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innere Wiederholung: Seitenlänge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188720"/>
            <a:ext cx="5120640" cy="402336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1E1E1E"/>
                </a:solidFill>
                <a:latin typeface="Consolas"/>
              </a:rPr>
              <a:t>wiederhole 4 mal
    wiederhole 4 mal
        Schritt
    *wiederhole
    LinksDrehen
*wiederhole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Fehler sind Informationen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Beobachten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Eingrenzen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Ändern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Testen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Zyklus wiederholen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463040"/>
            <a:ext cx="1920240" cy="68580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Beobachten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463040"/>
            <a:ext cx="1920240" cy="68580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Eingrenzen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383280"/>
            <a:ext cx="1920240" cy="68580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Ändern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3383280"/>
            <a:ext cx="1920240" cy="68580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Testen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743200"/>
            <a:ext cx="2011680" cy="594360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Debugging-Zyklus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Konkrete Testfälle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Wand nach 3 Kacheln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Wand direkt vor Karol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6 freie Kacheln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Startposition verändert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0" y="155448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7808" y="155448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74736" y="155448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41664" y="1554480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0" y="212140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7808" y="212140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74736" y="212140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41664" y="2121408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268833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7808" y="268833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268833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41664" y="2688336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0880" y="3255263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7808" y="3255263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3255263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41664" y="3255263"/>
            <a:ext cx="530352" cy="530352"/>
          </a:xfrm>
          <a:prstGeom prst="rect">
            <a:avLst/>
          </a:prstGeom>
          <a:solidFill>
            <a:srgbClr val="FFFFFF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2057400"/>
            <a:ext cx="658368" cy="658368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02C3C"/>
                </a:solidFill>
              </a:rPr>
              <a:t>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Robot Karol: https://www.schule.bayern.de/karol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Grafiken und Codebeispiele: eigene didaktische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