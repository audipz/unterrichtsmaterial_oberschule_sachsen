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Lehrplanbezug: https://www.schulportal.sachsen.de/lplandb/lehrplan/514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Smartphone als bekanntes Informatiksystem nutzen.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EVA-Modell und Datenschutz verbinden.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Abkürzungen ausschreiben und Beispiele zuordnen.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Modell zeichnen lassen und Datenflüsse markieren.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Taschenlampen-App mit Kontakt-/Standortzugriff als Fallbeispiel.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Quellenfolie. Quellenangaben sind für Lehrkraft/Weiterverwendung sichtbar.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Wahlbereich: Mobile Endgeräte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FFFFFF"/>
                </a:solidFill>
              </a:rPr>
              <a:t>Klasse 8 · Bluetooth, WLAN, NFC und Smarthome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Leitfrage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789920" cy="123444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202C3C"/>
                </a:solidFill>
              </a:rPr>
              <a:t>Wie koppeln mobile Endgeräte technische Geräte im Alltag?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Mobile Endgeräte als Informatiksysteme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Sensoren erfassen Daten.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Prozessor verarbeitet Daten.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Speicher hält Daten fest.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Display, Lautsprecher oder Funk geben Daten aus.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280160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Eingabe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92807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Verarbeitung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05456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Speicherung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118103"/>
            <a:ext cx="5029200" cy="530352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202C3C"/>
                </a:solidFill>
              </a:rPr>
              <a:t>Ausgabe / Übertragung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Bluetooth, WLAN, NFC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Bluetooth: kurze Distanz, z. B. Kopfhörer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WLAN: lokales Funknetz, z. B. Smart-TV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NFC: sehr kurze Distanz, z. B. Tag/Karte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Technik nach Zweck auswählen.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54480"/>
            <a:ext cx="4754880" cy="2468880"/>
          </a:xfrm>
          <a:prstGeom prst="rect">
            <a:avLst/>
          </a:prstGeom>
          <a:solidFill>
            <a:srgbClr val="FCFCFC"/>
          </a:solidFill>
          <a:ln>
            <a:solidFill>
              <a:srgbClr val="6E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>
                <a:solidFill>
                  <a:srgbClr val="1E1E1E"/>
                </a:solidFill>
                <a:latin typeface="Consolas"/>
              </a:rPr>
              <a:t>Bluetooth = Kurzstreckenfunk
WLAN = Wireless Local Area Network
NFC = Near Field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Smarthome-Modell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Smartphone sendet Befehl.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Router/Zentrale vermittelt.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Sensoren liefern Zustände.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Aktoren führen Aktionen aus.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Manche Funktionen sollten lokal funktionieren.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1371600" cy="731520"/>
          </a:xfrm>
          <a:prstGeom prst="roundRect">
            <a:avLst/>
          </a:prstGeom>
          <a:solidFill>
            <a:srgbClr val="E5ECF6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Phone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463040"/>
            <a:ext cx="1371600" cy="731520"/>
          </a:xfrm>
          <a:prstGeom prst="roundRect">
            <a:avLst/>
          </a:prstGeom>
          <a:solidFill>
            <a:srgbClr val="FFE899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Router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097280"/>
            <a:ext cx="1463040" cy="594360"/>
          </a:xfrm>
          <a:prstGeom prst="roundRect">
            <a:avLst/>
          </a:prstGeom>
          <a:solidFill>
            <a:srgbClr val="DDEED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Sensor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2011680"/>
            <a:ext cx="1463040" cy="594360"/>
          </a:xfrm>
          <a:prstGeom prst="roundRect">
            <a:avLst/>
          </a:prstGeom>
          <a:solidFill>
            <a:srgbClr val="F8CBAD"/>
          </a:solidFill>
          <a:ln>
            <a:solidFill>
              <a:srgbClr val="305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02C3C"/>
                </a:solidFill>
              </a:rPr>
              <a:t>Aktor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Sicherheit und Berechtigungen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Berechtigungen prüfen.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Updates installieren.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Gerätesperre nutzen.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öffentliche Netze vorsichtig verwenden.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Datenflüsse sichtbar machen.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Grafik: eigene Darstellung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0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02C3C"/>
                </a:solidFill>
              </a:rPr>
              <a:t>Quellen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Sächsischer Lehrplan Oberschule Informatik, Klassenstufe 8: https://www.schulportal.sachsen.de/lplandb/lehrplan/514</a:t>
            </a:r>
          </a:p>
          <a:p>
            <a:pPr>
              <a:spcAft>
                <a:spcPts val="700"/>
              </a:spcAft>
              <a:defRPr sz="1900">
                <a:solidFill>
                  <a:srgbClr val="1E1E1E"/>
                </a:solidFill>
              </a:defRPr>
            </a:pPr>
            <a:r>
              <a:t>Beispiele und Grafiken: eigene didaktische Darstellung.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1430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E6E6E"/>
                </a:solidFill>
              </a:rPr>
              <a:t>Quellenangaben · Grafiken: eigene Darstellung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