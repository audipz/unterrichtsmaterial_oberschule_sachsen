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Lehrplanbezug: https://www.schulportal.sachsen.de/lplandb/lehrplan/514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Vektorgrafik als Objekte mit Attributen einführen.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Brücke zu Objektorientierung und Algorithmen.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Wiederholung nicht nur zeichnerisch, sondern algorithmisch denken.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Produktorientiert, mit Differenzierung nach Anzahl Attribute/Schleifen.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Abschlussfrage aus README aufnehmen.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Quellenfolie. Quellenangaben sind für Lehrkraft/Weiterverwendung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Wahlbereich: Computergrafik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8 · Muster und Ornamente algorithmisch erzeugen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Leitfrage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789920" cy="123444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2C3C"/>
                </a:solidFill>
              </a:rPr>
              <a:t>Wie entsteht aus einer Grundform ein Muster oder Ornament?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Grundform als Objekt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Eine Form besitzt Attribute.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Beispiele: Position, Drehung, Größe, Farbe.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Ändern sich Attributwerte, ändert sich die Darstellung.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Ein Algorithmus kann viele Formen erzeugen.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1097280" cy="1097280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02C3C"/>
                </a:solidFill>
              </a:rPr>
              <a:t>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1097280" cy="1097280"/>
          </a:xfrm>
          <a:prstGeom prst="roundRect">
            <a:avLst/>
          </a:prstGeom>
          <a:solidFill>
            <a:srgbClr val="DDEED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02C3C"/>
                </a:solidFill>
              </a:rPr>
              <a:t>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371600"/>
            <a:ext cx="1097280" cy="1097280"/>
          </a:xfrm>
          <a:prstGeom prst="roundRect">
            <a:avLst/>
          </a:prstGeom>
          <a:solidFill>
            <a:srgbClr val="F8CBA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02C3C"/>
                </a:solidFill>
              </a:rPr>
              <a:t>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Muster durch Wiederholung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gleiche Grundform mehrfach zeichnen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pro Wiederholung Position ändern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optional Größe, Drehung oder Farbe ändern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Algorithmus als Pseudocode planen.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754880" cy="310896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>
                <a:solidFill>
                  <a:srgbClr val="1E1E1E"/>
                </a:solidFill>
                <a:latin typeface="Consolas"/>
              </a:rPr>
              <a:t>wiederhole 12 mal
    zeichneKreis(x, y)
    drehe 30 Grad
    ändere Farbe
*wiederhole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Programmierauftrag Ornament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Wähle eine Grundform.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Nutze mindestens eine Schleife.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Verändere pro Wiederholung mindestens ein Attribut.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Dokumentiere Pseudocode/Struktogramm und Screenshot.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02920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12-mal wiederholen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892807"/>
            <a:ext cx="4389120" cy="530352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Grundform zeichnen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2505456"/>
            <a:ext cx="4389120" cy="530352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Attribut ändern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3118103"/>
            <a:ext cx="4389120" cy="530352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drehen / verschieben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Reflexion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Welche Teile sind Daten?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Welche Teile sind Algorithmus?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Welche Attribute ändern sich?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Wie ließe sich das Muster variieren?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Sächsischer Lehrplan Oberschule Informatik, Klassenstufe 8: https://www.schulportal.sachsen.de/lplandb/lehrplan/514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Beispiele und Grafiken: eigene didaktische Darstellung.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Quellenangaben · Grafiken: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