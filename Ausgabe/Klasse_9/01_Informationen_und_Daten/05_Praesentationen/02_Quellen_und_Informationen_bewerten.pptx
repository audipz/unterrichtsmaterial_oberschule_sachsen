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Abstimmung per Handzeichen/Positionierung. Keine Lösung vorwegnehmen.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Persönliche Wahrnehmungen sind für die eigene Erfahrung relevant. Problematisch wird es, wenn daraus ohne ausreichende Grundlage allgemeine Tatsachenbehauptungen abgeleitet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Klickaufbau: Diese Build-Folien liegen optisch übereinander. Im Präsentationsmodus wirkt jeder Folienwechsel wie ein schrittweises Einblenden. Nach jeder neuen Zeile Diskussion zulassen.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KI weder verteufeln noch als Autorität behandeln. Entscheidend ist die Überprüfbarkeit der konkreten Aussage.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INFORMATIK · KLASSE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2"/>
                </a:solidFill>
              </a:rPr>
              <a:t>Informationen und Daten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Quellen und Informationen bewerten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2926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6B9A"/>
                </a:solidFill>
              </a:rPr>
              <a:t>Was können wir glauben – und wie finden wir das heraus?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0" y="3886200"/>
            <a:ext cx="3931920" cy="0"/>
          </a:xfrm>
          <a:prstGeom prst="line">
            <a:avLst/>
          </a:prstGeom>
          <a:noFill/>
          <a:ln w="38100">
            <a:solidFill>
              <a:srgbClr val="2F6B9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Würdest du das weiterleiten?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Einstieg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3000" y="1828800"/>
            <a:ext cx="9875520" cy="1371600"/>
          </a:xfrm>
          <a:prstGeom prst="roundRect">
            <a:avLst>
              <a:gd name="adj" fmla="val 4000"/>
            </a:avLst>
          </a:prstGeom>
          <a:solidFill>
            <a:srgbClr val="FFF1CC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9304" y="1938528"/>
            <a:ext cx="95829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</a:rPr>
              <a:t>„Gerade eben bei uns! 😱 Hochwasser! Morgen fällt bestimmt die Schule aus.“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Ja · Nein · Ich brauche mehr Informationen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Wir untersuchen die Nachricht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Kontext verändert die Bewertung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1005840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Reicht die Nachricht zum Weiterleiten?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Wir untersuchen die Nachricht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Kontext verändert die Bewertung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1060704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Klassenchat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„Das ist gerade bei uns passiert!“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Wir untersuchen die Nachricht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Kontext verändert die Bewertung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1591056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Klassenchat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„Das ist gerade bei uns passiert!“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Nachrichtenseite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Dasselbe Hochwasserfoto ist dort zu sehen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Wir untersuchen die Nachricht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Kontext verändert die Bewertung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2121408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Klassenchat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„Das ist gerade bei uns passiert!“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Nachrichtenseite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Dasselbe Hochwasserfoto ist dort zu sehen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Datum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Artikel vom 17. Juli 2021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Wir untersuchen die Nachricht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Kontext verändert die Bewertung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2651760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Klassenchat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„Das ist gerade bei uns passiert!“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Nachrichtenseite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Dasselbe Hochwasserfoto ist dort zu sehen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Datum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Artikel vom 17. Juli 2021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Ort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Aufnahme stammt aus einer anderen Stadt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Fakt, Hörensagen oder Einschätzung?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„Morgen fällt die Schule aus.“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1005840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Was davon können wir überprüfen?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Fakt, Hörensagen oder Einschätzung?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„Morgen fällt die Schule aus.“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1060704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„Mein Kumpel hat das gesagt.“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Hörensagen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Fakt, Hörensagen oder Einschätzung?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„Morgen fällt die Schule aus.“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1591056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„Mein Kumpel hat das gesagt.“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Hörensagen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„Bei dem Sturm fällt bestimmt die Schule aus.“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Vermutung / Einschätzung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Fakt, Hörensagen oder Einschätzung?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„Morgen fällt die Schule aus.“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2121408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„Mein Kumpel hat das gesagt.“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Hörensagen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„Bei dem Sturm fällt bestimmt die Schule aus.“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Vermutung / Einschätzung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„Die Schule hat es heute veröffentlicht.“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überprüfbare Quelle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Fakt, Hörensagen oder Einschätzung?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„Morgen fällt die Schule aus.“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2651760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„Mein Kumpel hat das gesagt.“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Hörensagen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„Bei dem Sturm fällt bestimmt die Schule aus.“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Vermutung / Einschätzung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„Die Schule hat es heute veröffentlicht.“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überprüfbare Quelle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„Die Meldung ist von heute, 18:20 Uhr.“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überprüfbare Angabe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Gefühl ist nicht „falsch“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Aber es belegt nicht jede Tatsachenbehauptung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4389120" cy="1005840"/>
          </a:xfrm>
          <a:prstGeom prst="roundRect">
            <a:avLst>
              <a:gd name="adj" fmla="val 5455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938528"/>
            <a:ext cx="4096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</a:rPr>
              <a:t>„Mir ist kalt.“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0"/>
            <a:ext cx="4389120" cy="1005840"/>
          </a:xfrm>
          <a:prstGeom prst="roundRect">
            <a:avLst>
              <a:gd name="adj" fmla="val 5455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2864" y="1938528"/>
            <a:ext cx="4096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</a:rPr>
              <a:t>„Im Raum sind 16 °C.“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Welche Aussage beschreibt Wahrnehmung – welche ist messbar?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Aktualität zählt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Game-Release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1005840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Welche Quelle überzeugt euch momentan am meisten?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Aktualität zählt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Game-Release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1060704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Hersteller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„Release am Freitag.“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Aktualität zählt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Game-Release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1591056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Hersteller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„Release am Freitag.“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Zusatz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Meldung ist 8 Monate alt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Aktualität zählt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Game-Release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2121408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Hersteller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„Release am Freitag.“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Zusatz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Meldung ist 8 Monate alt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Gaming-Magazin gestern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„Veröffentlichung wurde verschoben.“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Aktualität zählt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Game-Release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2651760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Hersteller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„Release am Freitag.“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Zusatz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Meldung ist 8 Monate alt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Gaming-Magazin gestern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„Veröffentlichung wurde verschoben.“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Hersteller heute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„Neuer Termin im Oktober.“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Interessen erkennen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Werbung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1005840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Ist die Aussage deshalb automatisch falsch?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Interessen erkennen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Werbung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1060704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„Unser Energy-Drink verbessert deine Konzentration!“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Interessen erkennen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Werbung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1591056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„Unser Energy-Drink verbessert deine Konzentration!“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Hersteller des Produkts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Interessen erkennen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Werbung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2121408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„Unser Energy-Drink verbessert deine Konzentration!“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Hersteller des Produkts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Interesse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Der Hersteller möchte verkaufen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Interessen erkennen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Werbung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52760" cy="2651760"/>
        </p:xfrm>
        <a:graphic>
          <a:graphicData uri="http://schemas.openxmlformats.org/drawingml/2006/table">
            <a:tbl>
              <a:tblPr/>
              <a:tblGrid>
                <a:gridCol w="5326380"/>
                <a:gridCol w="53263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 / 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Einordnung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Aussage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„Unser Energy-Drink verbessert deine Konzentration!“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Quelle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Hersteller des Produkts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Interesse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Der Hersteller möchte verkaufen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Prüffrage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Welche Belege werden genannt?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Ändert die neue Information eure Einschätzung?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Viele Fundstellen ≠ viele unabhängige Quellen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Abschreiben kann wie Bestätigung wirken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029968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12B"/>
                </a:solidFill>
              </a:rPr>
              <a:t>Webseite 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617720" y="192024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4024" y="2029968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12B"/>
                </a:solidFill>
              </a:rPr>
              <a:t>Webseite 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503920" y="192024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50224" y="2029968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12B"/>
                </a:solidFill>
              </a:rPr>
              <a:t>Webseite 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168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B9A"/>
                </a:solidFill>
              </a:rPr>
              <a:t>alle beziehen sich auf dieselbe ursprüngliche Meldung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Haben wir drei unabhängige Bestätigungen?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KI klingt oft überzeugend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Sicherheit im Ton ist kein Beleg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1737360"/>
            <a:ext cx="10149840" cy="960120"/>
          </a:xfrm>
          <a:prstGeom prst="roundRect">
            <a:avLst>
              <a:gd name="adj" fmla="val 5714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2144" y="1847088"/>
            <a:ext cx="985723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</a:rPr>
              <a:t>KI: „Die Schule wurde 1967 gegründet.“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05840" y="2971800"/>
            <a:ext cx="4754880" cy="822960"/>
          </a:xfrm>
          <a:prstGeom prst="roundRect">
            <a:avLst>
              <a:gd name="adj" fmla="val 6667"/>
            </a:avLst>
          </a:prstGeom>
          <a:solidFill>
            <a:srgbClr val="F7DDDD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3081528"/>
            <a:ext cx="4462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Keine Quelle angegeben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0" y="2971800"/>
            <a:ext cx="4754880" cy="822960"/>
          </a:xfrm>
          <a:prstGeom prst="roundRect">
            <a:avLst>
              <a:gd name="adj" fmla="val 6667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47104" y="3081528"/>
            <a:ext cx="4462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Schulchronik nennt 1972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Was tun wir jetzt, um die Aussage zu prüfen?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Unsere Prüffragen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Erst jetzt werden die Kriterien gesichert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Wer sagt das?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Woher stammt die Information?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Welche Daten oder Belege gibt es?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Wie aktuell ist die Information?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Fakt, Hörensagen, Vermutung oder persönliche Einschätzung?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Welches Interesse könnte die Quelle haben?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</a:rPr>
              <a:t>Bestätigen unabhängige Quellen die Aussage?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Von Information zu begründeter Erkenntnis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Prüfen gehört dazu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121408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12B"/>
                </a:solidFill>
              </a:rPr>
              <a:t>Information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063240" y="2212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B9A"/>
                </a:solidFill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0" y="169164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FFF1CC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03904" y="1801368"/>
            <a:ext cx="382219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12B"/>
                </a:solidFill>
              </a:rPr>
              <a:t>PRÜFEN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8212B"/>
                </a:solidFill>
              </a:rPr>
              <a:t>Quelle · Belege · Aktualität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8212B"/>
                </a:solidFill>
              </a:rPr>
              <a:t>Kontext · Interesse · Vergleich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01000" y="2212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B9A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595360" y="20116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41664" y="2121408"/>
            <a:ext cx="2450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belastbareres Wissen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Welche drei Fragen stellst du dir vor dem Weiterleiten?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Quellen und Informationen bewerten</dc:title>
  <dc:subject>Informatik Klasse 9</dc:subject>
  <dc:creator>OpenAI</dc:creator>
  <cp:lastModifiedBy>OpenAI</cp:lastModifiedBy>
  <cp:revision>1</cp:revision>
  <dcterms:created xsi:type="dcterms:W3CDTF">2026-08-18T16:16:13Z</dcterms:created>
  <dcterms:modified xsi:type="dcterms:W3CDTF">2026-08-18T16:16:13Z</dcterms:modified>
</cp:coreProperties>
</file>