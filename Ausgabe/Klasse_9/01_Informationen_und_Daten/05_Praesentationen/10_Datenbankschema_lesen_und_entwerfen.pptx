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Datenbankschema lesen und entwerfen.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Kombination in Teilnahme verbindet beide Seiten. Für Klasse 9 als Erweiterung/Vertiefung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Datenbankschema lesen und entwerfen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 Schema zeigt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Tabellen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Welche Arten von Datensätzen gibt 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Attribute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Welche Werte werden gespeichert?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Schlüssel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Was identifiziert/verknüpft?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Beziehungen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Wie hängen Tabellen zusammen?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Beispiel Schulbibliothek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36088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587752"/>
            <a:ext cx="346252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344" y="2240280"/>
            <a:ext cx="36088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9496" y="2587752"/>
            <a:ext cx="346252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Ausleihe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8" y="2240280"/>
            <a:ext cx="36088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2920" y="2587752"/>
            <a:ext cx="346252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Schueler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0">
                <a:solidFill>
                  <a:srgbClr val="1E242A"/>
                </a:solidFill>
                <a:latin typeface="Aptos"/>
              </a:rPr>
              <a:t>Ausleihe verbindet ein Medium mit einer Schülerin oder einem Schüler.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Schema lesen – vier Fragen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Welche Tabellen gibt es?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Was ist jeweils der Primärschlüssel?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Welche Fremdschlüssel gibt es?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Welche Beziehung entsteht dadurch?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Entwurfsauftrag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Eine AG-Verwaltung soll Schüler und AGs speichern. Welche Tabellen braucht ihr?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Skizziert erst auf Papier.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n:m braucht eine Verbindungstabelle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Schueler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SchuelerID,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AGID, Bezeichnung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Teilnahme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SchuelerID, AGID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Sicherung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Warum ist ein Datenbankschema mehr als nur eine Zeichnung von Tabellen?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Bezieht Schlüssel und Beziehungen ein.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