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Plausibilität prüft, ob ein Wert zu Regeln/Erwartungen passt. Ein plausibler Wert kann trotzdem falsch sein.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Aus den gezeigten Merkmalen nicht sicher entscheidbar. Datenbereinigung braucht fachliche Kriterien; unbekannte Werte nicht erfinden.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Pseudonymisierung ≠ Anonymisierung. Echte Anonymisierung ist komplexer als „Name löschen“.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LEHRERHINWEIS
Keine echten Adress-, Gesundheits- oder sonstigen sensiblen Daten für SQL-/Excel-Übungen erheben.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INFORMATIK · KLASSE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8E1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792"/>
                </a:solidFill>
              </a:rPr>
              <a:t>Informationen und Daten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D"/>
                </a:solidFill>
              </a:rPr>
              <a:t>Datenqualität und Datenschutz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188720" y="2926080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6B9A"/>
                </a:solidFill>
              </a:rPr>
              <a:t>Gespeichert heißt nicht automatisch richtig – und nicht automatisch erlaubt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0" y="3886200"/>
            <a:ext cx="3931920" cy="0"/>
          </a:xfrm>
          <a:prstGeom prst="line">
            <a:avLst/>
          </a:prstGeom>
          <a:noFill/>
          <a:ln w="38100">
            <a:solidFill>
              <a:srgbClr val="2F6B9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Was stimmt hier nicht?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Fehler zunächst selbst entdecken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374904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Geburtsjahr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Schulweg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2011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Bus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102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Ben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2010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Fahrrad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103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Cem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2101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9b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Bus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104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Dana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2011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zu Fuß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105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Emil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2010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9b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Fahrad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106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2011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Bus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Stellen könnten eine Auswertung verfälschen?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Falsch, fehlend oder nur anders geschrieben?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Fehlerarten unterscheiden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2101 → wahrscheinlich unplausibler/falscher Wert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leerer Name → fehlender Wert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9a / 9A → unterschiedliche Schreibweise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Fahrrad / Fahrad → Tippfehler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Was passiert beim Zählen, wenn „Fahrrad“ und „Fahrad“ getrennt bleiben?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Plausibel ≠ richtig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Prüfen hat Grenzen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1737360"/>
            <a:ext cx="4389120" cy="1005840"/>
          </a:xfrm>
          <a:prstGeom prst="roundRect">
            <a:avLst>
              <a:gd name="adj" fmla="val 5455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52144" y="1847088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</a:rPr>
              <a:t>Geburtsjahr 2011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766560" y="1737360"/>
            <a:ext cx="4389120" cy="1005840"/>
          </a:xfrm>
          <a:prstGeom prst="roundRect">
            <a:avLst>
              <a:gd name="adj" fmla="val 5455"/>
            </a:avLst>
          </a:prstGeom>
          <a:solidFill>
            <a:srgbClr val="F7DDDD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12864" y="1847088"/>
            <a:ext cx="40965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8212B"/>
                </a:solidFill>
              </a:rPr>
              <a:t>Geburtsjahr 1811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Welchen Wert können wir als richtig beweisen – nur aus der Tabelle?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Datentypen und Eingaberegeln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Fehler früh vermeiden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45920"/>
          <a:ext cx="9966960" cy="2834640"/>
        </p:xfrm>
        <a:graphic>
          <a:graphicData uri="http://schemas.openxmlformats.org/drawingml/2006/table">
            <a:tbl>
              <a:tblPr/>
              <a:tblGrid>
                <a:gridCol w="4983480"/>
                <a:gridCol w="4983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Merkmal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geeignete Form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Text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Geburtsjahr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Ganzzahl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verfügbar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Ja/Nein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Datum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Datum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Auswahlliste / Referenz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Garantiert eine Auswahlliste, dass die Angabe wahr ist?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Doppelte Ausgabe oder echtes Duplikat?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Nicht vorschnell löschen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1645920"/>
          <a:ext cx="9784080" cy="2011680"/>
        </p:xfrm>
        <a:graphic>
          <a:graphicData uri="http://schemas.openxmlformats.org/drawingml/2006/table">
            <a:tbl>
              <a:tblPr/>
              <a:tblGrid>
                <a:gridCol w="3261360"/>
                <a:gridCol w="3261360"/>
                <a:gridCol w="3261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ID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Klasse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101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387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Anna Müller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9a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Beschreiben die beiden Zeilen dieselbe reale Person?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Garbage In – Garbage Out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Korrekte Software kann schlechte Ergebnisse liefern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F7DDDD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8470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fehlerhafte / ungeeignete Daten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605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9A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663440" y="173736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8470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korrekte Verarbeitung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0956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9A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412480" y="1737360"/>
            <a:ext cx="2926080" cy="1097280"/>
          </a:xfrm>
          <a:prstGeom prst="roundRect">
            <a:avLst>
              <a:gd name="adj" fmla="val 5000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58784" y="1847088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ungeeignetes Ergebnis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Reicht „Excel hat es ausgerechnet“ als Qualitätsbeleg?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Technisch speicherbar – aber brauchen wir es?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Datenschutz beginnt vor dem Speichern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554480"/>
          <a:ext cx="9418320" cy="3474720"/>
        </p:xfrm>
        <a:graphic>
          <a:graphicData uri="http://schemas.openxmlformats.org/drawingml/2006/table">
            <a:tbl>
              <a:tblPr/>
              <a:tblGrid>
                <a:gridCol w="4709160"/>
                <a:gridCol w="4709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für Schulwegstatistik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brauchen wir das?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Name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Telefonnummer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Geburtsdatum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Adresse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Schulweg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Fahrtdauer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8212B"/>
                          </a:solidFill>
                        </a:rPr>
                        <a:t>?</a:t>
                      </a:r>
                      <a:endParaRPr lang="en-US" sz="1600" dirty="0"/>
                    </a:p>
                  </a:txBody>
                  <a:tcPr marL="73152" marR="73152" marT="73152" marB="73152">
                    <a:lnL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Welche Felder würdet ihr streichen – und warum?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Name gelöscht = anonym?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Nicht zwingend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43708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12B"/>
                </a:solidFill>
              </a:rPr>
              <a:t>S017 | 9a | Fahrrad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663440" cy="1097280"/>
          </a:xfrm>
          <a:prstGeom prst="roundRect">
            <a:avLst>
              <a:gd name="adj" fmla="val 5000"/>
            </a:avLst>
          </a:prstGeom>
          <a:solidFill>
            <a:srgbClr val="FFF1CC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9984" y="1755648"/>
            <a:ext cx="43708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Zuordnungsliste: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S017 ↔ Anna Müller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Kann die Person wieder zugeordnet werden?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Datenminimierung und Zweckbindung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Nicht alles sammeln, nur weil es möglich ist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4663440" cy="1143000"/>
          </a:xfrm>
          <a:prstGeom prst="roundRect">
            <a:avLst>
              <a:gd name="adj" fmla="val 4800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43708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Datenminimierung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Nur notwendige Daten erheben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663440" cy="1143000"/>
          </a:xfrm>
          <a:prstGeom prst="roundRect">
            <a:avLst>
              <a:gd name="adj" fmla="val 480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9984" y="1755648"/>
            <a:ext cx="437083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Zweckbindung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8212B"/>
                </a:solidFill>
              </a:rPr>
              <a:t>Daten für festgelegten Zweck verwenden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Dürfen Schulwegdaten später einfach für einen anderen Zweck benutzt werden?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Datenschutz ≠ Datensicherheit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Verwandt, aber nicht dasselbe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DDEFE3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755648"/>
            <a:ext cx="43708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DATENSCHUTZ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Rechte von Menschen und Umgang mit personenbezogenen Daten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583680" y="164592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EAF1F6"/>
          </a:solidFill>
          <a:ln w="12700">
            <a:solidFill>
              <a:srgbClr val="B7C6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9984" y="1755648"/>
            <a:ext cx="43708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DATENSICHERHEIT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Schutz vor Verlust, unberechtigtem Zugriff und Veränderung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Wo ordnet ihr Passwort, Backup, Verschlüsselung und Datenminimierung ein?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Unsere Unterrichtsdaten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Praktisch arbeiten – ohne echte Schülerdaten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Schulweg_Klasse9.csv / .xlsx → fiktive Datensätze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Schule_Klasse9.sqlite → fiktive Personen und Beziehungen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Datenqualitaet_Klasse9.xlsx / .sqlite → bewusst eingebaute Fehler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8212B"/>
                </a:solidFill>
              </a:rPr>
              <a:t>Originaldateien bleiben unverändert; Schüler arbeiten mit Kopien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</a:rPr>
              <a:t>Der gesamte Datenweg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23444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78"/>
                </a:solidFill>
              </a:rPr>
              <a:t>An jeder Stelle können Fehler oder Verzerrungen entstehen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</a:rPr>
              <a:t>ERHEBEN → Brauchen/dürfen wir die Daten?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</a:rPr>
              <a:t>SPEICHERN → Struktur, Rechte, Sicherheit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</a:rPr>
              <a:t>VERARBEITEN → Filter, Berechnung, Auswahl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</a:rPr>
              <a:t>DARSTELLEN → Achsen, Farben, Überschriften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</a:rPr>
              <a:t>INTERPRETIEREN → Ist die Schlussfolgerung gerechtfertigt?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8212B"/>
                </a:solidFill>
              </a:rPr>
              <a:t>WEITERGEBEN/LÖSCHEN → Wer darf sie bekommen, wie lange werden sie benötigt?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10515600" cy="658368"/>
          </a:xfrm>
          <a:prstGeom prst="roundRect">
            <a:avLst/>
          </a:prstGeom>
          <a:solidFill>
            <a:srgbClr val="FFF1CC"/>
          </a:solidFill>
          <a:ln w="12700">
            <a:solidFill>
              <a:srgbClr val="E5C7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5413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8212B"/>
                </a:solidFill>
              </a:rPr>
              <a:t>Ein Diagramm wurde von Excel korrekt erstellt. Reicht das, um der Aussage zu vertrauen?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52881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79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Datenqualität und Datenschutz</dc:title>
  <dc:subject>Informatik Klasse 9</dc:subject>
  <dc:creator>OpenAI</dc:creator>
  <cp:lastModifiedBy>OpenAI</cp:lastModifiedBy>
  <cp:revision>1</cp:revision>
  <dcterms:created xsi:type="dcterms:W3CDTF">2026-08-18T16:16:13Z</dcterms:created>
  <dcterms:modified xsi:type="dcterms:W3CDTF">2026-08-18T16:16:13Z</dcterms:modified>
</cp:coreProperties>
</file>