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Leitidee: Tabellen, Datensätze und Datenquellen. Einstieg offen halten und Schülerbeispiele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CSV bedeutet Comma-Separated Values; in deutschsprachigen Umgebungen ist Semikolon häufig. Trennzeichen, Encoding und Datentypen können Importprobleme verursachen.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50292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A5CDE6"/>
                </a:solidFill>
                <a:latin typeface="Aptos"/>
              </a:rPr>
              <a:t>INFORMATIK · KLASSE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515600" cy="1371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Tabellen, Datensätze und Datenquellen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657600"/>
            <a:ext cx="6400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D2E1EB"/>
                </a:solidFill>
                <a:latin typeface="Aptos"/>
              </a:rPr>
              <a:t>Informationen und Daten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Einstieg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28 Antworten liegen vor. Wie machen wir daraus etwas, das ein Computer gut verarbeiten kann?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Denkt kurz nach – dann austauschen.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Strukturierte Daten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92707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359"/>
                <a:gridCol w="3642359"/>
                <a:gridCol w="3642359"/>
              </a:tblGrid>
              <a:tr h="8915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Schulweg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Dauer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Bus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S02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Fahrrad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S03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zu Fuß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212080"/>
            <a:ext cx="1056132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EE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367528"/>
            <a:ext cx="100584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192B41"/>
                </a:solidFill>
                <a:latin typeface="Aptos"/>
              </a:rPr>
              <a:t>Eine Zeile beschreibt hier einen Datensatz.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Wo können Daten herkommen?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7218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92807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Textbasiertes, strukturiertes Austauschformat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47218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1892807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Tabellenkalkulation; kann Datenquelle sein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147218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SQLite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1892807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Datenbankdatei; gezielt abfragbar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62102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Sensor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041648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liefert Messwerte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4747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362102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Eingabe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4041648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Menschen erfassen Daten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34747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362102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Web/API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4041648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Programme beziehen Daten von Diensten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CSV ist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492240" cy="4343400"/>
          </a:xfrm>
          <a:prstGeom prst="roundRect">
            <a:avLst/>
          </a:prstGeom>
          <a:solidFill>
            <a:srgbClr val="222830"/>
          </a:solidFill>
          <a:ln>
            <a:solidFill>
              <a:srgbClr val="22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943600" cy="3657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ID;Schulweg;Dauer</a:t>
            </a:r>
            <a:br/>
            <a:r>
              <a:t>S01;Bus;25</a:t>
            </a:r>
            <a:br/>
            <a:r>
              <a:t>S02;Fahrrad;12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280160"/>
            <a:ext cx="4069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554480"/>
            <a:ext cx="347472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26699B"/>
                </a:solidFill>
                <a:latin typeface="Aptos"/>
              </a:rPr>
              <a:t>Was passiert?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48840"/>
            <a:ext cx="3429000" cy="30632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Das Trennzeichen strukturiert die Werte. Öffnet ein Programm die Datei passend, kann dieselbe Datei tabellarisch erscheinen.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Vom Rohwert zur Auswertung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17221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587752"/>
            <a:ext cx="1575815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erheben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89632" y="2240280"/>
            <a:ext cx="17221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2784" y="2587752"/>
            <a:ext cx="1575815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speichern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6343" y="2240280"/>
            <a:ext cx="17221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9495" y="2587752"/>
            <a:ext cx="1575815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strukturieren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5" y="2240280"/>
            <a:ext cx="17221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7" y="2587752"/>
            <a:ext cx="1575815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verarbeiten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9767" y="2240280"/>
            <a:ext cx="17221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2920" y="2587752"/>
            <a:ext cx="1575815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darstellen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36479" y="2240280"/>
            <a:ext cx="17221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09631" y="2587752"/>
            <a:ext cx="1575815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bewerten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100" b="0">
                <a:solidFill>
                  <a:srgbClr val="1E242A"/>
                </a:solidFill>
                <a:latin typeface="Aptos"/>
              </a:rPr>
              <a:t>Eine Datenquelle ist nicht automatisch eine Datenbank.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Sicherung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Kann eine Excel-Datei eine Datenquelle sein? Kann eine CSV-Datei eine Datenquelle sein?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Begründet jeweils.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