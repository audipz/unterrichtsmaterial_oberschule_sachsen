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Suchen, Filtern, Sortieren – mit SQL.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 Browser for SQLite: Datenbank öffnen → „SQL ausführen“ → Abfrage eingeben → ausführen. Schüler benötigen keine Installationsrechte; vorher durch Administration bereitstellen.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Suchen, Filtern, Sortieren – mit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Einstieg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20.000 Medien: Wie finden wir alle verfügbaren Bücher ab 2020?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Denkt kurz nach – dann austauschen.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Drei verschiedene Operationen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Suchen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einen bestimmten Eintrag finden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Filtern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nur passende Datensätze anzeigen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Sortieren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Reihenfolge verändern – nichts verschwindet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Erste Abfrage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SELECT *</a:t>
            </a:r>
            <a:br/>
            <a:r>
              <a:t>FROM Medien;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SELECT: Was soll erscheinen?</a:t>
            </a:r>
            <a:br/>
            <a:r>
              <a:t>*: alle Spalten</a:t>
            </a:r>
            <a:br/>
            <a:r>
              <a:t>FROM: aus welcher Tabelle?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Filtern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SELECT Titel, Jahr</a:t>
            </a:r>
            <a:br/>
            <a:r>
              <a:t>FROM Medien</a:t>
            </a:r>
            <a:br/>
            <a:r>
              <a:t>WHERE Typ = 'Buch'</a:t>
            </a:r>
            <a:br/>
            <a:r>
              <a:t>  AND Jahr &gt;= 2020;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Nur Titel und Jahr werden angezeigt. WHERE schränkt die Ergebnismenge ein. AND verlangt beide Bedingungen.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Sortieren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492240" cy="4343400"/>
          </a:xfrm>
          <a:prstGeom prst="roundRect">
            <a:avLst/>
          </a:prstGeom>
          <a:solidFill>
            <a:srgbClr val="222830"/>
          </a:solidFill>
          <a:ln>
            <a:solidFill>
              <a:srgbClr val="22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943600" cy="3657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SELECT *</a:t>
            </a:r>
            <a:br/>
            <a:r>
              <a:t>FROM Medien</a:t>
            </a:r>
            <a:br/>
            <a:r>
              <a:t>ORDER BY Jahr DESC;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4069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474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6699B"/>
                </a:solidFill>
                <a:latin typeface="Aptos"/>
              </a:rPr>
              <a:t>Was passiert?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29000" cy="3063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Die Datensätze der Tabelle werden nicht umgespeichert. Nur die Ausgabe wird nach Jahr absteigend sortiert.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Sicherung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Formuliert in Alltagssprache: SELECT Titel FROM Medien WHERE Verfuegbar =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Was soll die Datenbank liefern?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