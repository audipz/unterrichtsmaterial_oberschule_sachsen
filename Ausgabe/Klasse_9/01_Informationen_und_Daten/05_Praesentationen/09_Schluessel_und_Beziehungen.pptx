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Leitidee: Schlüssel und Beziehungen. Einstieg offen halten und Schülerbeispiele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 Primärschlüssel muss in der Tabelle eindeutig sein. Gleiche sichtbare Abfragezeilen sind nicht automatisch doppelte Datensätze.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Beispiele: nicht angezeigte IDs; JOIN erzeugt mehrere Ergebniszeilen; tatsächlich verschiedene Entitäten mit gleichen sichtbaren Attributen.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0292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A5CDE6"/>
                </a:solidFill>
                <a:latin typeface="Aptos"/>
              </a:rPr>
              <a:t>INFORMATIK · KLASSE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515600" cy="1371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Schlüssel und Beziehungen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657600"/>
            <a:ext cx="6400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D2E1EB"/>
                </a:solidFill>
                <a:latin typeface="Aptos"/>
              </a:rPr>
              <a:t>Informationen und Daten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Eindeutig?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Zwei Schülerinnen heißen Anna Müller. Wie unterscheiden wir ihre Datensätze sicher?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Denkt kurz nach – dann austauschen.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Der Primärschlüssel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92707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359"/>
                <a:gridCol w="3642359"/>
                <a:gridCol w="3642359"/>
              </a:tblGrid>
              <a:tr h="11887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SchuelerID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Name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KlasseID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Anna Müller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387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Anna Müller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212080"/>
            <a:ext cx="1056132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EE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367528"/>
            <a:ext cx="100584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192B41"/>
                </a:solidFill>
                <a:latin typeface="Aptos"/>
              </a:rPr>
              <a:t>Der Name ist nicht eindeutig – die ID schon.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Schlüssel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Primärschlüssel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identifiziert einen Datensatz eindeutig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Fremdschlüssel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verweist auf einen passenden Datensatz einer anderen Tabelle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Zwei Tabellen verbinden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927077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359"/>
                <a:gridCol w="3642359"/>
                <a:gridCol w="3642359"/>
              </a:tblGrid>
              <a:tr h="118872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SchuelerID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Name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KlasseID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101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Anna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102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Ben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212080"/>
            <a:ext cx="1056132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EE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367528"/>
            <a:ext cx="100584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192B41"/>
                </a:solidFill>
                <a:latin typeface="Aptos"/>
              </a:rPr>
              <a:t>KlasseID verweist auf die Tabelle Klassen.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Eine 1:n-Beziehung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Klasse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66974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40126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1028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04180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5083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8235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9137" y="2240280"/>
            <a:ext cx="209946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32289" y="2587752"/>
            <a:ext cx="1953158" cy="5669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92B41"/>
                </a:solidFill>
                <a:latin typeface="Aptos"/>
              </a:rPr>
              <a:t>Schüler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100" b="0">
                <a:solidFill>
                  <a:srgbClr val="1E242A"/>
                </a:solidFill>
                <a:latin typeface="Aptos"/>
              </a:rPr>
              <a:t>Eine Klasse kann viele Schüler haben; im vereinfachten Modell gehört ein Schüler zu einer Klasse.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Aha-Frage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Zwei gleiche Zeilen in einer Abfrageausgabe: Ist das zwingend ein Duplikat in der Datenbank?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Nein – erklärt mindestens zwei mögliche Gründe.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