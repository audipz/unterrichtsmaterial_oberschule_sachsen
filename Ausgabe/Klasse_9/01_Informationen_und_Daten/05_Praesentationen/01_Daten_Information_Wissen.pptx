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Begriffe noch nicht definieren. Aussagen auf Lernkarten/Whiteboard sammeln und später erneut aufgreifen.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Ja/Nein-Tabelle als Tafelbild oder mit Lernkarten. Nicht jede Zuordnung ist binär; Begründung zählt.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Komplexes Modell: Wissen ist kein bloßes Endprodukt einer linearen Pipeline. Vorwissen, Modelle, Erfahrung, Prüfung und soziale Verständigung spielen mit hinein. Die Grafik ist bewusst didaktisch vereinfacht.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Schüler zunächst Quellen selbst nennen lassen. Diese Folie bahnt Präsentation 2 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„Pseudo-Wissen“ wird hier als didaktischer Arbeitsbegriff verwendet: vermeintliches Wissen, dessen Grundlage nicht ausreichend geprüft wurde. Ziel ist begründetes Vertrauen, nicht pauschales Misstrauen.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INFORMATIK · KLASSE 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2"/>
                </a:solidFill>
              </a:rPr>
              <a:t>Informationen und Daten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Daten · Informationen · Wissen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2926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6B9A"/>
                </a:solidFill>
              </a:rPr>
              <a:t>Was ist was – und wie hängt es zusammen?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0" y="3886200"/>
            <a:ext cx="3931920" cy="0"/>
          </a:xfrm>
          <a:prstGeom prst="line">
            <a:avLst/>
          </a:prstGeom>
          <a:noFill/>
          <a:ln w="38100">
            <a:solidFill>
              <a:srgbClr val="2F6B9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Was ist was?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Einstieg ohne Definitionen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2926080" cy="1005840"/>
          </a:xfrm>
          <a:prstGeom prst="roundRect">
            <a:avLst>
              <a:gd name="adj" fmla="val 5455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2029968"/>
            <a:ext cx="2633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</a:rPr>
              <a:t>25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617720" y="1920240"/>
            <a:ext cx="2926080" cy="1005840"/>
          </a:xfrm>
          <a:prstGeom prst="roundRect">
            <a:avLst>
              <a:gd name="adj" fmla="val 5455"/>
            </a:avLst>
          </a:prstGeom>
          <a:solidFill>
            <a:srgbClr val="DDEFE3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64024" y="2029968"/>
            <a:ext cx="2633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</a:rPr>
              <a:t>25 °C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321040" y="1920240"/>
            <a:ext cx="2926080" cy="1005840"/>
          </a:xfrm>
          <a:prstGeom prst="roundRect">
            <a:avLst>
              <a:gd name="adj" fmla="val 5455"/>
            </a:avLst>
          </a:prstGeom>
          <a:solidFill>
            <a:srgbClr val="FFF1CC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67344" y="2029968"/>
            <a:ext cx="2633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12B"/>
                </a:solidFill>
              </a:rPr>
              <a:t>„Im Raum ist es warm.“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Was davon sind Daten, Informationen oder Wissen? Begründet.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Die Zahl 25 – Information?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Kontext entscheidet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789920" cy="237744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  <a:gridCol w="2697480"/>
                <a:gridCol w="26974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Daten?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Information?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Wissen?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25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?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?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25 °C im Klassenraum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?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„Bei 25 °C ist es hier wärmer als gestern.“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✓/begründungsabhängig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Kann dieselbe Zeichenfolge je nach Kontext etwas anderes bedeuten?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Ein einfaches Modell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Vom Datum zur begründeten Erkenntnis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2121408"/>
            <a:ext cx="1810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212B"/>
                </a:solidFill>
              </a:rPr>
              <a:t>Daten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2926080" y="2267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B9A"/>
                </a:solidFill>
              </a:rPr>
              <a:t>＋ Kontext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06240" y="201168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DDEFE3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52544" y="2121408"/>
            <a:ext cx="19933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212B"/>
                </a:solidFill>
              </a:rPr>
              <a:t>Information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629400" y="20574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B9A"/>
                </a:solidFill>
              </a:rPr>
              <a:t>＋ Vorwissen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F6B9A"/>
                </a:solidFill>
              </a:rPr>
              <a:t>＋ Prüfen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FFF1CC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75904" y="2121408"/>
            <a:ext cx="2542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12B"/>
                </a:solidFill>
              </a:rPr>
              <a:t>begründetes Wissen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Wo kann dabei etwas schiefgehen?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„Fenster auf hilft immer!“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Eine scheinbar sichere Regel wird geprüft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1005840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Stimmt die Regel immer?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„Fenster auf hilft immer!“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Eine scheinbar sichere Regel wird geprüft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1060704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Draußen 35 °C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Fenster kann zusätzlich aufheizen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Ändert die neue Information eure Einschätzung?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„Fenster auf hilft immer!“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Eine scheinbar sichere Regel wird geprüft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1591056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Draußen 35 °C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Fenster kann zusätzlich aufheizen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Heizung läuft bei −10 °C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Ursache liegt vielleicht innen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Ändert die neue Information eure Einschätzung?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„Fenster auf hilft immer!“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Eine scheinbar sichere Regel wird geprüft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2121408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Draußen 35 °C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Fenster kann zusätzlich aufheizen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Heizung läuft bei −10 °C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Ursache liegt vielleicht innen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Starkregen / Sturm / Schnee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Öffnen kann ungeeignet sein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Ändert die neue Information eure Einschätzung?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„Fenster auf hilft immer!“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Eine scheinbar sichere Regel wird geprüft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2651760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Draußen 35 °C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Fenster kann zusätzlich aufheizen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Heizung läuft bei −10 °C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Ursache liegt vielleicht innen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Starkregen / Sturm / Schnee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Öffnen kann ungeeignet sein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Außenluft stark belastet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Lüften kann neue Probleme schaffen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Ändert die neue Information eure Einschätzung?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Woher bekommen wir zusätzliche Informationen?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Brücke zur Quellenbewertung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Wetter-App oder Wetterdienst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Messgerät / Sensor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Webseite oder Nachricht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Freunde / Eltern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Social Media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KI-System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Kann ich jeder Quelle einfach glauben?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Wissen oder Pseudo-Wissen?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Didaktischer Arbeitsbegriff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F7DDDD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938528"/>
            <a:ext cx="44622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</a:rPr>
              <a:t>„Das habe ich irgendwo gehört – also weiß ich es.“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92240" y="182880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DDEFE3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38544" y="1938528"/>
            <a:ext cx="44622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„Ich kann erklären, woher die Aussage kommt und wie sie geprüft wurde.“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Habe ich Wissen aufgebaut – oder nur eine Behauptung übernommen?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Ausblick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Die nächste Frage entsteht aus dieser Stunde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D6B78"/>
                </a:solidFill>
              </a:rPr>
              <a:t>Nicht nur fragen: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„Was steht da?“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D6B78"/>
                </a:solidFill>
              </a:rPr>
              <a:t>Sondern auch: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0" y="2286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B9A"/>
                </a:solidFill>
              </a:rPr>
              <a:t>„Woher kommt das – und warum sollte ich dem vertrauen?“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Daten, Informationen und Wissen</dc:title>
  <dc:subject>Informatik Klasse 9</dc:subject>
  <dc:creator>OpenAI</dc:creator>
  <cp:lastModifiedBy>OpenAI</cp:lastModifiedBy>
  <cp:revision>1</cp:revision>
  <dcterms:created xsi:type="dcterms:W3CDTF">2026-08-18T16:16:13Z</dcterms:created>
  <dcterms:modified xsi:type="dcterms:W3CDTF">2026-08-18T16:16:13Z</dcterms:modified>
</cp:coreProperties>
</file>