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Leitidee: Datenbanken modellieren. Einstieg offen halten und Schülerbeispiele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0292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A5CDE6"/>
                </a:solidFill>
                <a:latin typeface="Aptos"/>
              </a:rPr>
              <a:t>INFORMATIK · KLASSE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Datenbanken modellieren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57600"/>
            <a:ext cx="6400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D2E1EB"/>
                </a:solidFill>
                <a:latin typeface="Aptos"/>
              </a:rPr>
              <a:t>Informationen und Daten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Warum Datenbanken?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Was wird schwierig, wenn dieselben Angaben an vielen Stellen wiederholt werden?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Denkt kurz nach – dann austauschen.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Eine ungünstige Liste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27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770"/>
                <a:gridCol w="2731770"/>
                <a:gridCol w="2731770"/>
                <a:gridCol w="2731770"/>
              </a:tblGrid>
              <a:tr h="8915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Name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Klasse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Leitung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Raum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Anna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9a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Frau Müller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204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Ben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9a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Frau Müller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204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Dana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9a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Frau Müller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204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212080"/>
            <a:ext cx="1056132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EE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367528"/>
            <a:ext cx="100584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192B41"/>
                </a:solidFill>
                <a:latin typeface="Aptos"/>
              </a:rPr>
              <a:t>Was passiert beim Raumwechsel der 9a?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Vom Gegenstand zum Modell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Klasse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beschreibt gleichartige Objekte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Attribut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beschreibt eine Eigenschaft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62102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Objekt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041648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konkretes Exemplar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62102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Datensatz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041648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gespeicherte Werte eines Exemplars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Klasse → Tabelle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2707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359"/>
                <a:gridCol w="3642359"/>
                <a:gridCol w="3642359"/>
              </a:tblGrid>
              <a:tr h="8915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SchuelerID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Name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KlasseID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Anna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102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Ben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103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Cem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212080"/>
            <a:ext cx="1056132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EE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367528"/>
            <a:ext cx="100584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192B41"/>
                </a:solidFill>
                <a:latin typeface="Aptos"/>
              </a:rPr>
              <a:t>Attribute werden zu Spalten; Objekte werden zu Datensätzen.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Modellieren heißt auswählen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Nicht jede Eigenschaft der Realität wird gespeichert.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Gespeichert wird, was für den Zweck relevant ist.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Ein Modell vereinfacht die Realität.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Andere Zwecke können ein anderes Datenmodell benötigen.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Mini-Aufgabe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Welche Attribute braucht eine Klasse „Medium“ für eine Schulbibliothek?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Nennt zuerst den Zweck der Datenbank.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