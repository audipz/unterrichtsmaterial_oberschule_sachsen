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„höchste Punktzahl = objektiv beste Wahl“ vermitteln. Gewichtungen sind subjektiv bzw. zweckabhängig.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Unterscheide Information und Bewertungskriterium.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Punkte sind kein objektives Wahrheitsmaß; Kriterien und Gewichte sind Entscheidungen.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Antworten zunächst sammeln, noch nicht bewerten.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50292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5CDE6"/>
                </a:solidFill>
                <a:latin typeface="Aptos"/>
              </a:rPr>
              <a:t>INFORMATIK · KLASSE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Entscheiden mit Informationen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657600"/>
            <a:ext cx="64008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D2E1EB"/>
                </a:solidFill>
                <a:latin typeface="Aptos"/>
              </a:rPr>
              <a:t>Informationen und Daten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Einstieg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Welches Smartphone ist „das beste“ – und für wen?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Nennt Kriterien, nicht sofort Modelle.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Informationen werden zu Kriterien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Preis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Wie viel darf es kosten?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47218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Akku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1892807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Wie lange soll es durchhalten?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Kamera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Wie wichtig sind Fotos?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47472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3621024"/>
            <a:ext cx="4882896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1">
                <a:solidFill>
                  <a:srgbClr val="26699B"/>
                </a:solidFill>
                <a:latin typeface="Aptos"/>
              </a:rPr>
              <a:t>Speicher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4041648"/>
            <a:ext cx="4882896" cy="11430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1E242A"/>
                </a:solidFill>
                <a:latin typeface="Aptos"/>
              </a:rPr>
              <a:t>Wie viel Platz wird gebraucht?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Eine einfache Entscheidungsmatrix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270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770"/>
                <a:gridCol w="2731770"/>
                <a:gridCol w="2731770"/>
                <a:gridCol w="2731770"/>
              </a:tblGrid>
              <a:tr h="89154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Kriterium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Gewicht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45720" marB="45720">
                    <a:solidFill>
                      <a:srgbClr val="192B41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Preis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Akku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45720" marB="45720">
                    <a:solidFill>
                      <a:srgbClr val="EEF4F8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Kamera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E242A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22960" y="5212080"/>
            <a:ext cx="105613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EE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367528"/>
            <a:ext cx="100584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1">
                <a:solidFill>
                  <a:srgbClr val="192B41"/>
                </a:solidFill>
                <a:latin typeface="Aptos"/>
              </a:rPr>
              <a:t>Gewichtung macht Prioritäten sichtbar.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Was kann eine Matrix – und was nicht?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Sie strukturiert einen Vergleich.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Sie macht Kriterien und Gewichtungen sichtbar.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Sie nimmt uns die Entscheidung nicht vollständig ab.</a:t>
            </a:r>
          </a:p>
          <a:p>
            <a:pPr>
              <a:spcAft>
                <a:spcPts val="1100"/>
              </a:spcAft>
              <a:defRPr sz="2400">
                <a:solidFill>
                  <a:srgbClr val="1E242A"/>
                </a:solidFill>
                <a:latin typeface="Aptos"/>
              </a:defRPr>
            </a:pPr>
            <a:r>
              <a:t>Schlechte oder falsche Informationen führen zu einer schlechten Grundlage.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92B41"/>
          </a:solidFill>
          <a:ln>
            <a:solidFill>
              <a:srgbClr val="192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55448"/>
            <a:ext cx="10789920" cy="438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Transfer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613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266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9921240" cy="1508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192B41"/>
                </a:solidFill>
                <a:latin typeface="Aptos"/>
              </a:rPr>
              <a:t>Welche Informationen fehlen euch, bevor ihr eine Entscheidung trefft?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4892040"/>
            <a:ext cx="923544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800" b="0">
                <a:solidFill>
                  <a:srgbClr val="5F6973"/>
                </a:solidFill>
                <a:latin typeface="Aptos"/>
              </a:rPr>
              <a:t>Bezieht euch auf ein eigenes Beispiel.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