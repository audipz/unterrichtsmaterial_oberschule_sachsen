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Einstieg: Vorwissen aktivieren, Begriffe nicht voraussetzen. Die Leitfrage zuerst von den Lernenden beantworten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Klasse-9-Schwerpunkt ist der vollständige Projektprozess, nicht nur neue Syntax.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 dem Programmieren Kriterien schriftlich festhalten.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Nicht nur fertigen Code bewerten; Prozess sichtbar machen.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Komplexaufgabe zur Algorithmierung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3464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FFFFFF"/>
                </a:solidFill>
              </a:rPr>
              <a:t>Klasse 9 · Projektphase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Projektprozess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Problem verstehen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Teilprobleme bilden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Lösung planen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umsetzen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testen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dokumentieren und präsentieren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325880"/>
            <a:ext cx="4297680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2194560"/>
            <a:ext cx="4297680" cy="59436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3063239"/>
            <a:ext cx="4297680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Umsetzung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3931920"/>
            <a:ext cx="4297680" cy="59436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800600"/>
            <a:ext cx="4297680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Dokumentation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Grafik: eigene didaktische Darstellung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Anforderungen prüfen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Was muss das Ergebnis können?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Welche Eingaben und Ausgaben gibt es?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Welche Randfälle sind wichtig?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Wie wird Erfolg überprüft?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Grafik: eigene didaktische Darstellung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Dokumentation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Entscheidungen begründen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Testfälle und Ergebnisse festhalten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Fehler und Verbesserungen dokumentieren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Lösung verständlich präsentieren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Grafik: eigene didaktische Darstellung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