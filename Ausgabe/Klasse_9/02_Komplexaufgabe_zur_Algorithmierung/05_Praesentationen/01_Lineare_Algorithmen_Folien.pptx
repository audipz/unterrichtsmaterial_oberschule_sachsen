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Einstieg: Vorwissen aktivieren, Begriffe nicht voraussetzen. Die Leitfrage zuerst von den Lernenden beantworten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Klasse-8-Wissen aktivieren, aber Begriffe kurz wiederholen.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Mit dem Beispiel größere Zahl bestimmen arbeiten.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Gleichheit bei zwei Zahlen als sinnvoller Sonderfall.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Algorithmen wiederholen und testen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3464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FFFFFF"/>
                </a:solidFill>
              </a:rPr>
              <a:t>Klasse 9 · Komplexaufgabe zur Algorithmierung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Algorithmus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eindeutige und ausführbare Schritte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endet in endlicher Zeit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liefert für zulässige Eingaben ein erwartbares Ergebnis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325880"/>
            <a:ext cx="429768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Sequenz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2194560"/>
            <a:ext cx="4297680" cy="59436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Auswahl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3063239"/>
            <a:ext cx="429768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Wiederholung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Grafik: eigene didaktische Darstellung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Pseudocode lesen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Bedingungen entscheiden zwischen Abläufen.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Schleifen wiederholen Anweisungen.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Einrückung macht die Struktur sichtbar.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Grafik: eigene didaktische Darstellung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Testfälle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Normalfall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Rand-/Sonderfall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erwartetes Ergebnis vor dem Ausführen notieren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Fehler gezielt eingrenzen und erneut testen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Grafik: eigene didaktische Darstellung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