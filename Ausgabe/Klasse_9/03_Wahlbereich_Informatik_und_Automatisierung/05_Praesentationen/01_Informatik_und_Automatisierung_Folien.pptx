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Einstieg: Vorwissen aktivieren, Begriffe nicht voraussetzen. Die Leitfrage zuerst von den Lernenden beantworten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Konkretes Beispiel Smart Home oder Ampel verwenden.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Chatbots, Moderationsbots oder Bestellsysteme als Beispiele.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Chancen und Risiken ausgewogen diskutieren.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Fallbeispiele bewerten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Informatik und Automatisierung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FFFFFF"/>
                </a:solidFill>
              </a:rPr>
              <a:t>Klasse 9 · Wahlbereich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Automatisierte Prozesse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Sensoren erfassen Zustände.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Programme verarbeiten Informationen nach Regeln.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Aktoren bewirken eine Reaktion.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325880"/>
            <a:ext cx="429768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Sensor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194560"/>
            <a:ext cx="4297680" cy="59436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Verarbeitung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063239"/>
            <a:ext cx="429768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Aktor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931920"/>
            <a:ext cx="4297680" cy="59436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Rückmeldung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Bots und automatisierte Entscheidungen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Bots führen automatisierte Aufgaben aus.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Automatisierung kann effizient sein, aber Fehler skalieren.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Regeln und Daten bestimmen das Verhalten.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Smart Home und Drohnen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Automatisierung verbindet Software mit der physischen Welt.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Sicherheit, Datenschutz und zuverlässige Sensorik sind wichtig.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Menschen müssen Verantwortlichkeiten festlegen.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Grenzen und Verantwortung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Nicht jede Entscheidung sollte vollständig automatisiert werden.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Fehlerhafte Daten oder Regeln können problematische Folgen haben.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Verantwortung bleibt eine menschliche und gesellschaftliche Frage.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