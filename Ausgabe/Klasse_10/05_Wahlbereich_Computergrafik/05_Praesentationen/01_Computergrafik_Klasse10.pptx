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Computergrafik: Erzeugung, Verarbeitung und Darstellung visueller Inhalte mit Computersystemen.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Raster- und Vektorgrafik sauber unterscheiden. Vektoren werden für die konkrete Ausgabe rasterisiert.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Vektor ist nicht grundsätzlich besser; der Verwendungszweck entscheidet.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Dateiformat ist eine festgelegte Datenstruktur. SVG ist XML-basiert.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Pixel ist Kurzform von Picture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Möglichst konkret Pixelmaße bzw. Pixelanzahl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Consumer-4K meist 3840×2160; DCI 4K z. B. 4096×2160.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Mehr Pixel erhöhen Datenmenge und Rechenaufwand, aber nicht automatisch wahrgenommene Qualität.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1920×1080 und 3840×2160 sind beide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Das Auge besitzt keine feste Pixelgrenze; etwa eine Bogenminute ist nur eine grobe Orientierung.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PPI verbindet Pixelanzahl mit physischer Größe.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300 PPI ist ein Orientierungswert, keine universelle Mindestanforderung.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Drucker können mehrere Druckpunkte für einen Bildpixel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Farbtiefe und tatsächlich wahrnehmbare Farben sind nicht identisch.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Additives Farbmodell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CMYK ist subtraktiv. Schwarz ist u. a. für Text, Kontrast und Druckpraxis wichtig.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Farbraum kurz erklären; Bezug zur Abschlusszeitung.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8 Bit = 1 Byte. MiB nutzt 1024²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Komprimierte Dateien können völlig andere Größen haben.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Kompression und beide Grundtypen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PNG ist nicht grundsätzlich besser; JPEG-Artefakte bei starker/wiederholter Kompression.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Alpha als zusätzlichen Kanal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Layer/Ebene: logische Schicht; Export kann Ebenenstruktur verlieren.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3D-Modell, Textur und Material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Mesh: Netz aus Punkten, Kanten und Flächen.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Filmproduktion kann pro Bild mehr Rechenzeit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GPU nicht nur für Grafik; Gegenüberstellung ist vereinfacht.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In integrierten Systemen können CPU/GPU gemeinsamen Speicher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Framezeiten und Eingabelatenz spielen zusätzlich eine Rolle.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Bottleneck/Flaschenhals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Mehrere Komponenten tragen zur Gesamtlatenz bei.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Cloud-Gaming, Encoding und Decoding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Hohe Datenrate garantiert keine niedrige Latenz.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Text-to-Image, generative Bearbeitung und KI-Upscaling erklären; ergänzte Details sind nicht automatisch authentisch.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Verfahren können in Produktionen kombiniert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Sichtbare Fehler sind kein sicherer Nachweis.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Mehr Pixel = immer besser kritisch einordnen.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Eigenes Bild, Screenshot, Spiel oder Ausdruck analysieren.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Computergrafik ist überall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Fotos und Webseiten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Spiele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Filme und Animationen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Karten und Navigation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technische Zeichnungen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Benutzeroberflächen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Augmented und Virtual Reality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KI-generierte Bilder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Rastergrafik und Vektorgrafik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Rastergrafik: Bild aus einzelnen Bildpunkten – Pixeln.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Vektorgrafik: mathematisch beschriebene Formen wie Linien, Kurven und Flächen.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Beide Verfahren haben unterschiedliche Stärken.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Wann Raster, wann Vektor?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Raster: Fotos · komplexe Farbverläufe · pixelgenaue Bearbeitung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Vektor: Logos · Symbole · Diagramme · technische Zeichnungen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Vektorgrafik lässt sich ohne typische Pixelbildung neu skalieren.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Dateiformat und Darstellungsprinzip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Raster: JPEG · PNG · WebP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Vektor: Scalable Vector Graphics (SVG)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Dateien können zusätzlich Metadaten, Transparenz oder Farbprofile enthalten.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ist ein Pixel?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Pixel = kleinste adressierbare Bildeinheit einer Rastergrafik oder digitalen Anzeige.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Ein Pixel kann Farbe, Helligkeit und ggf. Transparenz beschreiben.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Viele Pixel zusammen ergeben das Bild.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bedeutet Auflösung?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1920 × 1080 Pixel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1920 Pixel breit · 1080 Pixel hoch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insgesamt 2.073.600 Pixel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Pixelanzahl allein sagt noch nicht, wie groß Bildschirm oder Ausdruck sind.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HD, Full HD, QHD, UHD und 8K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HD: 1280 × 720 ≈ 0,9 Mio. Pixel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Full HD: 1920 × 1080 ≈ 2,1 Mio.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QHD: 2560 × 1440 ≈ 3,7 Mio.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UHD / häufig „4K“: 3840 × 2160 ≈ 8,3 Mio.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8K UHD: 7680 × 4320 ≈ 33,2 Mio.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Doppelte Breite → vierfache Pixelzahl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Full HD: ca. 2,1 Mio. Pixel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Ultra HD: ca. 8,3 Mio. Pixel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Breite × 2 und Höhe × 2 → Pixelzahl ×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Seitenverhältnis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16:9 – Monitor/Video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4:3 – ältere Formate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1:1 – quadratisch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9:16 – Smartphone-Hochformat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Gleiche Pixelzahl bedeutet nicht automatisch gleiche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Mehr Pixel – sieht man den Unterschied immer?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Nicht unbedingt.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Entscheidend: Darstellungsgröße · Betrachtungsabstand · Pixeldichte · Sehvermögen · Bildinhalt.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Zusätzliche Auflösung kann kaum noch wahrnehmbar sein.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Pixeldichte: PPI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Pixels per Inch (PPI): Pixel pro Zoll.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Gleiche Pixelzahl auf kleiner Fläche → höhere Pixeldichte.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Gleiche Pixelzahl auf großer Fläche → niedrigere Pixeldichte.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1 Zoll = 2,54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Bildschirm und Ausdruck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Bild: 3000 × 2000 Pixel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 300 PPI → ca. 25,4 × 16,9 cm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 150 PPI → ca. 50,8 × 33,9 cm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Dasselbe Bild kann klein scharf und groß sichtbar gröber wirken.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PPI und DPI sind nicht dasselbe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PPI: Bildpixel pro Zoll bei bestimmter Ausgabegröße.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Dots per Inch (DPI): Druckpunkte eines Ausgabegeräts pro Zoll.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Ein Bildpixel und ein Druckpunkt sind nicht dasselbe.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Farbe braucht Daten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Farbtiefe: Bits zur Beschreibung von Farbe.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24 Bit pro Pixel → 2²⁴ Kombinationen → ca. 16,7 Mio. Farbwerte.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Typisch: 8 Bit für Rot, Grün und Blau.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RGB: Licht wird addiert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Red Green Blue (RGB) ist additiv.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Rot + Grün + Blau mit hoher Intensität → näherungsweise Weiß.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Keine Lichtanteile → Schwarz.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Typisch für Displays.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CMYK: Farbe beim Druck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Cyan · Magenta · Yellow/Gelb · Key/Schwarz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Typisch für Vierfarbdruck.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Druckfarben beeinflussen reflektiertes Licht.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Warum sieht ein Ausdruck anders aus?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Display erzeugt Licht, Papier reflektiert Licht.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RGB- und CMYK-Farbräume unterscheiden sich.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Helligkeit, Papier, Druckverfahren und Farbprofile beeinflussen das Ergebnis.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Nicht jede Bildschirmfarbe lässt sich identisch drucken.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Wie groß ist ein unkomprimiertes Bild?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Breite × Höhe × Bit pro Pixel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640 × 480 × 24 Bit = 7.372.800 Bit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= 921.600 Byte ≈ 0,88 MiB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Vereinfachte reine Pixeldatenmenge.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Full HD unkomprimiert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1920 × 1080 × 24 Bit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= 49.766.400 Bit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= 6.220.800 Byte ≈ 5,93 MiB pro Bild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Gegenüber 640×480: Faktor 6,75.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Warum komprimieren wir Bilder?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Speicherplatz reduzieren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Übertragungszeit reduzieren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Streaming ermöglichen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verlustfrei: Original rekonstruierbar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verlustbehaftet: Informationen entfernt/angenähert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PNG oder JPEG?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PNG: verlustfrei · Transparenz · oft gut für Screenshots/Grafiken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JPEG: typischerweise verlustbehaftet · oft effizient für Fotos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Das passende Format hängt von Inhalt und Zweck 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Transparenz und Alpha-Kanal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Alpha-Kanal beschreibt Deckkraft/Transparenz.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Beispiel: Logo ohne rechteckigen Hintergrund.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PNG kann Transparenz speichern; klassisches JPEG nicht.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32-Bit-RGBA: häufig 8 Bit je Kanal.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Ebenen bei der Bildbearbeitung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Hintergrund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Foto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Text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Logo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Korrekturebene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Elemente können getrennt bearbeitet werden.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Von 2D zu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3D-Modelle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Materialien und Texturen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Lichtquellen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Kamera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Daraus wird ein zweidimensionales Bild berechnet.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Polygone bilden Oberflächen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Polygon: Vieleck aus Punkten und Kanten.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3D-Modelle bestehen oft aus Netzen kleiner Flächen.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Echtzeitgrafik nutzt besonders häufig Dreiecke.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Mehr Geometriedetails können mehr Verarbeitung erfordern.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bedeutet Rendering?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Rendering: Berechnung eines Bildes aus digitaler Szene/Beschreibung.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Modelle + Materialien + Licht + Kamera → Berechnung → Pixelbild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Echtzeit oder längere Berechnungszeit möglich.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CPU und GPU teilen sich 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Central Processing Unit (CPU): universelle zentrale Recheneinheit.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Graphics Processing Unit (GPU): stark parallel arbeitende Recheneinheit.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Grafik benötigt Zusammenspiel mehrerer Komponenten.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RAM und VRAM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Random Access Memory (RAM): Arbeitsspeicher.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Video Random Access Memory (VRAM): Grafikspeicher für GPU-Daten/Berechnungen.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Texturen · Geometrie · Bildpuffer · Zwischenergebnisse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Bildrate und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Frame: einzelnes Bild einer Bildfolge.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Frames per Second (FPS): Bilder pro Sekunde.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30 · 60 · 120 FPS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 60 FPS im Mittel ca. 16,7 ms pro Bild.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Warum kann ein Spiel ruckeln?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GPU braucht zu lange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CPU braucht zu lange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Daten müssen nachgeladen werden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Speicher ist knapp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Hintergrundprozesse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Netzwerkprobleme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Starke GPU allein garantiert keine flüssige Darstellung.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Bildrate und Latenz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Bildrate: Bilder pro Sekunde.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Latenz: Zeit zwischen Ereignis und wahrnehmbarer Reaktion.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Tastendruck → Verarbeitung → neues Bild → Anzeige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Hohe Bildrate kann Latenz reduzieren, ist aber nicht dasselbe.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Grafik-Streaming / Cloud-Gaming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Spiel wird auf Server berechnet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Bild wird als Video codiert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Netzwerkübertragung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Endgerät decodiert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Bild wird angezeigt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Eingaben gehen zurück zum Server.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Bandbreite und Latenz beim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Datenrate: übertragbare Datenmenge pro Zeit.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Latenz: zeitliche Verzögerung.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Zu wenig Datenrate → Kompression/Qualitätsverlust/Unterbrechung.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Hohe Latenz → verzögerte Eingaben.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KI kann Bilder erzeugen und verändern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Text → Bild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Bildbereiche ergänzen/verändern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Auflösung/Details ergänzen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Objekte entfernen/ersetzen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Stilmerkmale verändern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KI-Bild und 3D-Rendering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3D-Grafik: explizite Szene mit Modellen, Materialien, Licht und Kamera.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Generative KI: erzeugt Bilddaten anhand gelernter statistischer Zusammenhänge.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Beide erzeugen Computergrafik auf unterschiedlichen Wegen.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Kann ich einem Bild noch trauen?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Bilder können bearbeitet, zusammengesetzt, aus Kontext gerissen oder KI-generiert sein.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Prüfe Quelle, Kontext und unabhängige Belege.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KI-Bilder lassen sich nicht zuverlässig allein durch Anschauen erkennen.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bestimmt die Grafikqualität?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Ausgangsmaterial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Pixelzahl und Pixeldichte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Farbdarstellung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Kompression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Display oder Druckverfahren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Rechenleistung und Bildrate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Renderingverfahren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Betrachtungsabstand</a:t>
            </a:r>
          </a:p>
          <a:p>
            <a:pPr>
              <a:spcAft>
                <a:spcPts val="8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Grafikqualität ist Ergebnis eines Gesamtsystems.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COMPUTERGRAFIK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Abschluss: Von Daten zum Bild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Raster/Vektor → Auflösung/Farbe → Speicherung/Kompression → Verarbeitung/Rendering → Display/Papier → Wahrnehmung</a:t>
            </a:r>
          </a:p>
          <a:p>
            <a:pPr>
              <a:spcAft>
                <a:spcPts val="8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Hinter einem digitalen Bild stehen Daten, Algorithmen, Hardware und ein Ausgabesystem.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Computergrafik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