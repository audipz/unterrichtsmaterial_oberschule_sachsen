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Titelgrafik aus PowerPoint-Formen; keine externe Bildquelle.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Beispiele sammeln, zunächst nicht alle bewerten.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Beispiele als Aufgabenfelder, nicht als Produktwerbung.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jedes automatische System ist 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Aufgabenorientierte Definition für Klasse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Stark vereinfachtes Modell; nicht behaupten, KI lerne wie ein Mensch.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Datenqualität beeinflusst Ergebnisse.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Plausibilität ist kein Wahrheitsbeweis.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 feste Arbeitsroutine etablieren.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Altersgerechte Quellenkritik.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Schul-/Anbieterregeln beachten; Datenminimierung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Keine mathematische Vertiefung; Beispiele vorsichtig und sachlich.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Keine Lösung vorwegnehmen; Ergebnis mit Quellen dokumentieren.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Anthropomorphisierung vermeiden.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Kernbotschaft sichern.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Künstliche Intelligenz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9E6"/>
                </a:solidFill>
                <a:latin typeface="Aptos"/>
              </a:rPr>
              <a:t>KI im Alltag erkennen und Ergebnisse kritisch prüfen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Verstehen · anwenden · erklären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Leitfrage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Wo begegnet uns künstliche Intelligenz bereits heute?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KI im Alltag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Übersetzung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Bilderkennung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Sprachverarbeitung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3756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Empfehlungen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33756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42900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Inhalte erzeugen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Automatisch ≠ KI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fest programmierte Regel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vs.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Muster aus Daten erkennen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Typische KI-Aufgaben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erkennen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zuordnen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vorhersagen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3756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Sprache verarbeiten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33756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42900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Inhalte erzeugen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Lernen aus Beispielen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896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10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viele Beispiele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84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14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Muster ableiten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332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6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neue Eingabe verarbeiten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Trainingsdaten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Was passiert, wenn Beispiele einseitig, falsch oder unvollständig sind?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KI kann sich irren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Selbstbewusste Formulierung ≠ richtige 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Drei-Schritt-Prüfung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896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10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Verstehen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84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14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Prüfen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332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6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verantwortlich verwenden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Wie prüfe ich?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Originalquelle suchen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mehrere verlässliche Quellen vergleichen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Datum und Kontext prüfen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Datenschutz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Keine unnötigen personenbezogenen Daten in fremde KI-Systeme eingeben.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Fairness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Einseitige Daten können zu verzerrten Ergebnissen führen.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Aufgabe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Prüfe eine KI-Aussage: Was behauptet sie? Welche Quelle kontrolliert sie? Was bleibt unsicher?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Grenzen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KI hat kein automatisches Wissen darüber, ob eine Aussage wahr, fair oder angemessen ist.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Abschluss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KI kann unterstützen.
Denken, prüfen und entscheiden müssen wir weiterhin selbst.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