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vollständig aus PowerPoint-Formen.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Algorithmen anschließen: Blöcke sind sichtbare Anweisungen. Sie werden in einer bestimmten Reihenfolge ausgeführt.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Oberfläche kann versionsabhängig leicht anders aussehen. Deshalb Begriffe funktional erklären, nicht pixelgenau.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grüne Fahne als Ereignis einführen. Erst vorhersagen lassen, dann ausführen.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Verknüpfung zur Algorithmik: Eine Blockfolge ist eine Sequenz. Reihenfolge wird von oben nach unten abgearbeitet.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 Ergebnis vorwegnehmen. Schüler begründen lassen, dann in Scratch ausprobieren. Erkenntnis: Reihenfolge ist Teil des Algorithmus.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Debugging als normales Vorgehen etablieren. Fehler sind Lernanlässe. Vorgehen: Was sollte passieren? Was passiert? Welcher Block könnte dafür verantwortlich sein?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Ereignisse als Auslöser erklären. Nicht jedes Skript läuft von selbst.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EVAS wieder aufgreifen. Eingabe ist nicht 'die Tastatur', sondern die Information bzw. das Ereignis 'Taste gedrückt'.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Antwort-Block liefert einen Eingabewert. Speicher/Variable nicht zu tief, nur als gemerkte Antwort ansprechen.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 beschreiben ein eigenes Mini-Skript nach EVAS. Speicher nicht zwingend als letzter Schritt darstellen.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Arbeitsauftrag bewusst offen halten. Keine Lösung auf der Folie. Differenzierung: mehrere Figuren oder mehrere Ereignisse.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 Bedingungen: Wenn/Sonst-Strukturen entscheiden über verschiedene Abläufe.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Scratch – Einstieg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Algorithmen als Blöcke zusammensetzen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Bühne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Figur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Abläufe verstehen · Programme planen · systematisch testen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7383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Können wir einen Algorithmus
direkt zusammensetzen?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Scratch-Oberfläche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3258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Bühne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19385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Hier sieht man, was passiert.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3258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617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Figur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187" y="19385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Objekt, das sich bewegen, sprechen oder reagieren kann.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31546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39" y="326440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Blockpalette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37673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Hier liegen die Befehlsblöcke.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1587" y="31546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326440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9E37"/>
                </a:solidFill>
                <a:latin typeface="Aptos"/>
              </a:rPr>
              <a:t>Skriptbereich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7673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Hier werden Blöcke zum Programm zusammengesetzt.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Erstes Programm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148840"/>
            <a:ext cx="5084064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194560"/>
            <a:ext cx="4937759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069AA"/>
                </a:solidFill>
                <a:latin typeface="Aptos"/>
              </a:rPr>
              <a:t>grüne Fahne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6391" y="256032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5303" y="2148840"/>
            <a:ext cx="5084064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8455" y="2194560"/>
            <a:ext cx="4937759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75559B"/>
                </a:solidFill>
                <a:latin typeface="Aptos"/>
              </a:rPr>
              <a:t>sage „Hallo!“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Ein Ereignis startet ein Skript.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Sequenz in Scratch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196596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011679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069AA"/>
                </a:solidFill>
                <a:latin typeface="Aptos"/>
              </a:rPr>
              <a:t>grüne Fahne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903" y="237744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3815" y="196596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6967" y="2011679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75559B"/>
                </a:solidFill>
                <a:latin typeface="Aptos"/>
              </a:rPr>
              <a:t>gehe 10 Schritte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6391" y="237744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303" y="196596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8455" y="2011679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E8A68"/>
                </a:solidFill>
                <a:latin typeface="Aptos"/>
              </a:rPr>
              <a:t>drehe 15°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7879" y="237744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6791" y="196596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9943" y="2011679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B9E37"/>
                </a:solidFill>
                <a:latin typeface="Aptos"/>
              </a:rPr>
              <a:t>sage „Fertig“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Blöcke vertauschen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645920"/>
            <a:ext cx="528066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75564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258568"/>
            <a:ext cx="48234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gehe 10 Schritte
→ drehe 90°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45920"/>
            <a:ext cx="528066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6179" y="175564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187" y="2258568"/>
            <a:ext cx="48234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drehe 90°
→ gehe 10 Schritte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94945"/>
                </a:solidFill>
                <a:latin typeface="Aptos"/>
              </a:rPr>
              <a:t>Vorhersage: Ist das Ergebnis gleich oder verschieden?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Debugging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05740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103120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069AA"/>
                </a:solidFill>
                <a:latin typeface="Aptos"/>
              </a:rPr>
              <a:t>beobachten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903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3815" y="205740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6967" y="2103120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75559B"/>
                </a:solidFill>
                <a:latin typeface="Aptos"/>
              </a:rPr>
              <a:t>Fehlerstelle eingrenzen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6391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303" y="205740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8455" y="2103120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E8A68"/>
                </a:solidFill>
                <a:latin typeface="Aptos"/>
              </a:rPr>
              <a:t>gezielt ändern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7879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6791" y="2057400"/>
            <a:ext cx="2322576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9943" y="2103120"/>
            <a:ext cx="217627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B9E37"/>
                </a:solidFill>
                <a:latin typeface="Aptos"/>
              </a:rPr>
              <a:t>erneut testen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Nicht planlos umbauen – immer eine Vermutung prüfen.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Was ist ein Ereignis?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3258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grüne Fahne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19385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Start des Programms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3258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617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Taste drücken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187" y="19385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Benutzereingabe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31546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39" y="326440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Figur anklicken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37673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direkte Aktion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1587" y="31546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326440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9E37"/>
                </a:solidFill>
                <a:latin typeface="Aptos"/>
              </a:rPr>
              <a:t>Nachricht empfangen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7673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Reaktion auf anderes Skript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Tastatur als Eingabe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01168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05740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Taste gedrückt?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5399" y="242316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4311" y="201168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7463" y="205740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Skript reagiert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383" y="242316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295" y="201168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447" y="205740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Figur bewegt sich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EVAS: Eingabe Taste → Verarbeitung Skript → Ausgabe Bewegung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Frage und Antwort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01168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05740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frage „Wie heißt du?“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5399" y="242316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4311" y="201168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7463" y="205740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Antwort speichern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383" y="242316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295" y="201168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447" y="205740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sage Begrüßung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Scratch nach EVAS beschreiben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325880"/>
            <a:ext cx="528066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Eingabe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1938528"/>
            <a:ext cx="48234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Taste, Klick oder Antwort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325880"/>
            <a:ext cx="528066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617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Verarbeitung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187" y="1938528"/>
            <a:ext cx="48234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Blöcke werden ausgeführt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3200400"/>
            <a:ext cx="528066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39" y="331012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Ausgabe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3813048"/>
            <a:ext cx="48234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Bewegung, Text, Ton oder Bild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1587" y="3200400"/>
            <a:ext cx="528066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331012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9E37"/>
                </a:solidFill>
                <a:latin typeface="Aptos"/>
              </a:rPr>
              <a:t>Speicher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813048"/>
            <a:ext cx="48234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Antworten oder Werte können gemerkt werden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Mini-Projekt: interaktive Szene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325880"/>
            <a:ext cx="528066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mindestens 1 Ereignis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1938528"/>
            <a:ext cx="48234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z. B. Start über grüne Fahne oder Taste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325880"/>
            <a:ext cx="528066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617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mindestens 1 Eingabe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187" y="1938528"/>
            <a:ext cx="48234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z. B. Tastendruck oder Frage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3200400"/>
            <a:ext cx="528066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39" y="331012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sichtbare Reaktion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3813048"/>
            <a:ext cx="48234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z. B. Bewegung oder Sprechblase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1587" y="3200400"/>
            <a:ext cx="5280660" cy="15544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331012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9E37"/>
                </a:solidFill>
                <a:latin typeface="Aptos"/>
              </a:rPr>
              <a:t>kurz testen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813048"/>
            <a:ext cx="482346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Was erwartest du? Was passiert?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7383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Wie kann ein Programm abhängig von einer Bedingung
unterschiedliche Wege wählen?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