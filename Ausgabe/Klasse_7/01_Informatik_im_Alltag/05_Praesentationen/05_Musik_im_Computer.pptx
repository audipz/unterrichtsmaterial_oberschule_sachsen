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Eigene PowerPoint-Grafik. Einstieg über die Leitidee: Nicht die Schallwelle selbst, sondern Messwerte werden gespeichert.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Vorwissen aktivieren: Text → Codes → Bits; Bild → Pixelwerte → Bits. Erwartung: Auch Ton muss in Zahlen übersetzt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Leitfrage offen lassen und am Ende erneut beantworten.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Kontinuierlich vereinfacht erklären. Der Computer speichert bei digitalem Audio nicht die gezeichnete Kurve selbst.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Mikrofon wandelt Schall in ein veränderliches elektrisches Signal um. Für Klasse 7 reicht dieses Funktionsprinzip.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Abtastung einführen: Jeder Messzeitpunkt liefert einen Zahlenwert. Gespeichert werden Messwerte.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Hz als Messungen pro Sekunde erklären. Höhere Abtastrate = feinere zeitliche Auflösung, nicht höhere Lautstärke.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Nicht behaupten, mehr sei immer hörbar besser. Kernaussage ist die feinere zeitliche Auflösung und höhere Datenmenge.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Rückgriff auf Zweierpotenzen: 2^n mögliche Werte. Bittiefe beschreibt, wie viele Bits für einen Messwert verfügbar sind.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Begriffe sauber trennen: zeitliche Auflösung versus mögliche Werte eines Messpunkts.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Binärwissen reaktivieren: Potenzmatrix 128+32+8+4+1=173. Alternativ Division durch 2; Reste von unten nach oben lesen.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 gleicher Dauer, Abtastrate und Bittiefe benötigt Stereo ungefähr doppelt so viele unkomprimierte Rohdaten.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Einheiten mitführen: Messungen/s × Bit/Messung × Kanäle × s = Bit. Danach ÷8 für Byte.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Erst selbst rechnen lassen. Lösung: 10.000×8×1×5=400.000 Bit; ÷8=50.000 Byte.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Schrittweise erklären. Kontrolle: 8 Bit = 1 Byte, also 10.000 Messungen/s × 1 Byte × 5 s = 50.000 Byte.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Kanalfaktor sichtbar machen: 10.000×8×2×5=800.000 Bit=100.000 Byte.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MP3 bedeutet nicht automatisch schlechte Qualität. Wahrnehmbare Qualität hängt u. a. von Bitrate und Ausgangsmaterial ab. Technik nicht vertiefen.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Zusätzlich auf vergessenen Kanalfaktor und vergessene Dauer bei Rechnungen achten.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Lösung Stereo: 2.560.000 Bit = 320.000 Byte. Mono: 1.280.000 Bit = 160.000 Byte.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Prozessmodell sichern. Fachlich kann Quantisierung erwähnt werden, muss aber in Klasse 7 nicht geprüft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Prüfungsrelevant laut Lehrerband: Grundidee der Digitalisierung, Abtastrate, Bittiefe, Mono/Stereo und einfache Speicherberechnung.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Übergang zur Informationsverarbeitung bzw. zum EVAS-Prinzip.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D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Musik im Computer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DD9E6"/>
                </a:solidFill>
                <a:latin typeface="Aptos"/>
              </a:rPr>
              <a:t>Wie wird aus Schall eine Folge aus 0 und 1?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073298"/>
            <a:ext cx="71845" cy="345643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5028" y="2663155"/>
            <a:ext cx="71845" cy="1165928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5657" y="2461412"/>
            <a:ext cx="71845" cy="1569414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06285" y="2502927"/>
            <a:ext cx="71845" cy="1486384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36914" y="2652872"/>
            <a:ext cx="71845" cy="1186494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67542" y="2774293"/>
            <a:ext cx="71845" cy="943653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98171" y="2871693"/>
            <a:ext cx="71845" cy="748853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3055105"/>
            <a:ext cx="71845" cy="382029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59428" y="2775676"/>
            <a:ext cx="71845" cy="940887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90057" y="2451188"/>
            <a:ext cx="71845" cy="1589863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20685" y="2326704"/>
            <a:ext cx="71845" cy="1838831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51314" y="2500784"/>
            <a:ext cx="71845" cy="1490671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81942" y="2862635"/>
            <a:ext cx="71845" cy="766968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12571" y="2951365"/>
            <a:ext cx="71845" cy="589508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2774438"/>
            <a:ext cx="71845" cy="943362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73828" y="2704410"/>
            <a:ext cx="71845" cy="1083419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04457" y="2625344"/>
            <a:ext cx="71845" cy="1241550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35085" y="2524334"/>
            <a:ext cx="71845" cy="1443570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65714" y="2528052"/>
            <a:ext cx="71845" cy="1436135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96342" y="2760637"/>
            <a:ext cx="71845" cy="970964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26971" y="2967530"/>
            <a:ext cx="71845" cy="557178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0" y="2574156"/>
            <a:ext cx="71845" cy="1343926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88228" y="2409813"/>
            <a:ext cx="71845" cy="1672612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18857" y="2499709"/>
            <a:ext cx="71845" cy="1492820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49485" y="2697629"/>
            <a:ext cx="71845" cy="1096981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80114" y="2856560"/>
            <a:ext cx="71845" cy="779118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10742" y="2973696"/>
            <a:ext cx="71845" cy="544846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41371" y="2991716"/>
            <a:ext cx="71845" cy="508807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0" y="2700507"/>
            <a:ext cx="71845" cy="1091224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02628" y="2418550"/>
            <a:ext cx="71845" cy="1655139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33257" y="2344992"/>
            <a:ext cx="71845" cy="1802254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63885" y="2565856"/>
            <a:ext cx="71845" cy="1360527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94514" y="2958754"/>
            <a:ext cx="71845" cy="574730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25142" y="2846846"/>
            <a:ext cx="71845" cy="798547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355771" y="2684949"/>
            <a:ext cx="71845" cy="1122340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0" y="2649081"/>
            <a:ext cx="71845" cy="1194077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17028" y="2615876"/>
            <a:ext cx="71845" cy="1260486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47657" y="2563235"/>
            <a:ext cx="71845" cy="1365769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78285" y="2607666"/>
            <a:ext cx="71845" cy="1276907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08914" y="2863636"/>
            <a:ext cx="71845" cy="764967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39542" y="2864961"/>
            <a:ext cx="71845" cy="762316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70171" y="2496347"/>
            <a:ext cx="71845" cy="1499544"/>
          </a:xfrm>
          <a:prstGeom prst="rect">
            <a:avLst/>
          </a:prstGeom>
          <a:solidFill>
            <a:srgbClr val="69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0" y="2331720"/>
            <a:ext cx="43891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Schall
→ Messwerte
→ Bits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Rückblick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332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69264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Texte und Bilder werden als Zahlen dargestellt.
Gilt dieselbe Grundidee auch für Musik?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Leitfrage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332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69264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Wie wird aus einer Schallwelle
eine Folge aus 0 und 1?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Schall verändert sich kontinuierlich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354580"/>
            <a:ext cx="134112" cy="411479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8240" y="1866314"/>
            <a:ext cx="134112" cy="138801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02080" y="1626144"/>
            <a:ext cx="134112" cy="186835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19" y="1675567"/>
            <a:ext cx="134112" cy="1769505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89759" y="1854073"/>
            <a:ext cx="134112" cy="1412493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33599" y="1998621"/>
            <a:ext cx="134112" cy="1123396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7439" y="2114574"/>
            <a:ext cx="134112" cy="891491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21279" y="2332921"/>
            <a:ext cx="134112" cy="454797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65120" y="2000268"/>
            <a:ext cx="134112" cy="1120103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08960" y="1613972"/>
            <a:ext cx="134112" cy="1892694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2800" y="1465777"/>
            <a:ext cx="134112" cy="2189085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96640" y="1673015"/>
            <a:ext cx="134112" cy="1774608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79" y="2103790"/>
            <a:ext cx="134112" cy="913058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84320" y="2209422"/>
            <a:ext cx="134112" cy="701795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8159" y="1998794"/>
            <a:ext cx="134112" cy="112305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1915427"/>
            <a:ext cx="134112" cy="1289784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15840" y="1821301"/>
            <a:ext cx="134112" cy="1478036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59680" y="1701052"/>
            <a:ext cx="134112" cy="1718535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03520" y="1705477"/>
            <a:ext cx="134112" cy="1709685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47360" y="1982365"/>
            <a:ext cx="134112" cy="1155909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91200" y="2228666"/>
            <a:ext cx="134112" cy="663307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1760363"/>
            <a:ext cx="134112" cy="1599913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8880" y="1564717"/>
            <a:ext cx="134112" cy="1991205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22720" y="1671736"/>
            <a:ext cx="134112" cy="1777167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66559" y="1907354"/>
            <a:ext cx="134112" cy="130593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10400" y="2096559"/>
            <a:ext cx="134112" cy="927521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54239" y="2236006"/>
            <a:ext cx="134112" cy="648627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79" y="2257458"/>
            <a:ext cx="134112" cy="605723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41919" y="1910781"/>
            <a:ext cx="134112" cy="1299076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85759" y="1575118"/>
            <a:ext cx="134112" cy="1970403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1487549"/>
            <a:ext cx="134112" cy="214554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73440" y="1750482"/>
            <a:ext cx="134112" cy="1619675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17280" y="2218218"/>
            <a:ext cx="134112" cy="684202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61119" y="2084993"/>
            <a:ext cx="134112" cy="950652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04960" y="1892260"/>
            <a:ext cx="134112" cy="1336119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448800" y="1849559"/>
            <a:ext cx="134112" cy="1421521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92640" y="1810030"/>
            <a:ext cx="134112" cy="1500579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936479" y="1747361"/>
            <a:ext cx="134112" cy="1625916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180320" y="1800255"/>
            <a:ext cx="134112" cy="1520128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424159" y="2104982"/>
            <a:ext cx="134112" cy="910675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668000" y="2106560"/>
            <a:ext cx="134112" cy="907519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911840" y="1667733"/>
            <a:ext cx="134112" cy="1785172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42519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C2D44"/>
                </a:solidFill>
                <a:latin typeface="Aptos"/>
              </a:rPr>
              <a:t>Eine Schallwelle besitzt ständig wechselnde Werte.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Mikrofon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332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69264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Schall  →  Mikrofon  →  elektrisches Signal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Abtasten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354580"/>
            <a:ext cx="134112" cy="411479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8240" y="1866314"/>
            <a:ext cx="134112" cy="138801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02080" y="1626144"/>
            <a:ext cx="134112" cy="186835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19" y="1675567"/>
            <a:ext cx="134112" cy="1769505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89759" y="1854073"/>
            <a:ext cx="134112" cy="1412493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33599" y="1998621"/>
            <a:ext cx="134112" cy="1123396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7439" y="2114574"/>
            <a:ext cx="134112" cy="891491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21279" y="2332921"/>
            <a:ext cx="134112" cy="454797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65120" y="2000268"/>
            <a:ext cx="134112" cy="1120103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08960" y="1613972"/>
            <a:ext cx="134112" cy="1892694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2800" y="1465777"/>
            <a:ext cx="134112" cy="2189085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96640" y="1673015"/>
            <a:ext cx="134112" cy="1774608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79" y="2103790"/>
            <a:ext cx="134112" cy="913058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84320" y="2209422"/>
            <a:ext cx="134112" cy="701795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8159" y="1998794"/>
            <a:ext cx="134112" cy="112305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1915427"/>
            <a:ext cx="134112" cy="1289784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15840" y="1821301"/>
            <a:ext cx="134112" cy="1478036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59680" y="1701052"/>
            <a:ext cx="134112" cy="1718535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03520" y="1705477"/>
            <a:ext cx="134112" cy="1709685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47360" y="1982365"/>
            <a:ext cx="134112" cy="1155909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91200" y="2228666"/>
            <a:ext cx="134112" cy="663307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1760363"/>
            <a:ext cx="134112" cy="1599913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8880" y="1564717"/>
            <a:ext cx="134112" cy="1991205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22720" y="1671736"/>
            <a:ext cx="134112" cy="1777167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66559" y="1907354"/>
            <a:ext cx="134112" cy="130593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10400" y="2096559"/>
            <a:ext cx="134112" cy="927521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54239" y="2236006"/>
            <a:ext cx="134112" cy="648627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79" y="2257458"/>
            <a:ext cx="134112" cy="605723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41919" y="1910781"/>
            <a:ext cx="134112" cy="1299076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85759" y="1575118"/>
            <a:ext cx="134112" cy="1970403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1487549"/>
            <a:ext cx="134112" cy="214554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73440" y="1750482"/>
            <a:ext cx="134112" cy="1619675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17280" y="2218218"/>
            <a:ext cx="134112" cy="684202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61119" y="2084993"/>
            <a:ext cx="134112" cy="950652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04960" y="1892260"/>
            <a:ext cx="134112" cy="1336119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448800" y="1849559"/>
            <a:ext cx="134112" cy="1421521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92640" y="1810030"/>
            <a:ext cx="134112" cy="1500579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936479" y="1747361"/>
            <a:ext cx="134112" cy="1625916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180320" y="1800255"/>
            <a:ext cx="134112" cy="1520128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424159" y="2104982"/>
            <a:ext cx="134112" cy="910675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668000" y="2106560"/>
            <a:ext cx="134112" cy="907519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911840" y="1667733"/>
            <a:ext cx="134112" cy="1785172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42519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C2D44"/>
                </a:solidFill>
                <a:latin typeface="Aptos"/>
              </a:rPr>
              <a:t>Wir messen das Signal in regelmäßigen Zeitabständen.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Abtastrate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332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69264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Abtastrate = Anzahl der Messungen pro Sekunde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Wenige oder viele Messpunkte?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354580"/>
            <a:ext cx="312928" cy="411479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83360" y="1866314"/>
            <a:ext cx="312928" cy="138801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2320" y="1626144"/>
            <a:ext cx="312928" cy="186835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21279" y="1675567"/>
            <a:ext cx="312928" cy="1769505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90240" y="1854073"/>
            <a:ext cx="312928" cy="1412493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59199" y="1998621"/>
            <a:ext cx="312928" cy="1123396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8159" y="2114574"/>
            <a:ext cx="312928" cy="891491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97120" y="2332921"/>
            <a:ext cx="312928" cy="454797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66080" y="2000268"/>
            <a:ext cx="312928" cy="1120103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613972"/>
            <a:ext cx="312928" cy="1892694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04000" y="1465777"/>
            <a:ext cx="312928" cy="2189085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960" y="1673015"/>
            <a:ext cx="312928" cy="1774608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41919" y="2103790"/>
            <a:ext cx="312928" cy="913058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10880" y="2209422"/>
            <a:ext cx="312928" cy="701795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9840" y="1998794"/>
            <a:ext cx="312928" cy="112305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48800" y="1915427"/>
            <a:ext cx="312928" cy="1289784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17760" y="1821301"/>
            <a:ext cx="312928" cy="1478036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586719" y="1701052"/>
            <a:ext cx="312928" cy="1718535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2519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C2D44"/>
                </a:solidFill>
                <a:latin typeface="Aptos"/>
              </a:rPr>
              <a:t>Mehr Messpunkte → feinere zeitliche Beschreibung → mehr Daten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Bittiefe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00400" cy="2011680"/>
          </a:xfrm>
          <a:prstGeom prst="roundRect">
            <a:avLst/>
          </a:prstGeom>
          <a:solidFill>
            <a:srgbClr val="F2F6FA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C2D44"/>
                </a:solidFill>
                <a:latin typeface="Aptos"/>
              </a:rPr>
              <a:t>2 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E8A68"/>
                </a:solidFill>
                <a:latin typeface="Aptos"/>
              </a:rPr>
              <a:t>4 Werte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45920"/>
            <a:ext cx="3200400" cy="2011680"/>
          </a:xfrm>
          <a:prstGeom prst="roundRect">
            <a:avLst/>
          </a:prstGeom>
          <a:solidFill>
            <a:srgbClr val="F2F6FA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C2D44"/>
                </a:solidFill>
                <a:latin typeface="Aptos"/>
              </a:rPr>
              <a:t>8 Bit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60604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E8A68"/>
                </a:solidFill>
                <a:latin typeface="Aptos"/>
              </a:rPr>
              <a:t>256 Werte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645920"/>
            <a:ext cx="3200400" cy="2011680"/>
          </a:xfrm>
          <a:prstGeom prst="roundRect">
            <a:avLst/>
          </a:prstGeom>
          <a:solidFill>
            <a:srgbClr val="F2F6FA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C2D44"/>
                </a:solidFill>
                <a:latin typeface="Aptos"/>
              </a:rPr>
              <a:t>16 Bit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0604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E8A68"/>
                </a:solidFill>
                <a:latin typeface="Aptos"/>
              </a:rPr>
              <a:t>65 536 Werte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3069AA"/>
                </a:solidFill>
                <a:latin typeface="Aptos"/>
              </a:rPr>
              <a:t>2ⁿ mögliche Werte bei n Bit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Abtastrate ≠ Bittiefe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332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69264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Abtastrate: Wie oft messen wir?
Bittiefe: Wie viele Werte sind möglich?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Messwert → Bits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332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69264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Beispiel: 173₁₀ = 10101101₂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Mono und Stereo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54480"/>
            <a:ext cx="43891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38912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C2D44"/>
                </a:solidFill>
                <a:latin typeface="Aptos"/>
              </a:rPr>
              <a:t>MONO
1 Kanal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43891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38912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C2D44"/>
                </a:solidFill>
                <a:latin typeface="Aptos"/>
              </a:rPr>
              <a:t>STEREO
2 Kanäle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B94945"/>
                </a:solidFill>
                <a:latin typeface="Aptos"/>
              </a:rPr>
              <a:t>Stereo → bei gleichen Einstellungen etwa doppelte Rohdaten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Speicherbedarf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Abtastrate × Bittiefe × Kanäle × Dauer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51760"/>
            <a:ext cx="2468880" cy="1371600"/>
          </a:xfrm>
          <a:prstGeom prst="roundRect">
            <a:avLst/>
          </a:prstGeom>
          <a:solidFill>
            <a:srgbClr val="F2F6FA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Abtastrate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3756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Messungen/s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79" y="2651760"/>
            <a:ext cx="2468880" cy="1371600"/>
          </a:xfrm>
          <a:prstGeom prst="roundRect">
            <a:avLst/>
          </a:prstGeom>
          <a:solidFill>
            <a:srgbClr val="F2F6FA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79" y="278892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Bittiefe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333756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Bit/Messung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651760"/>
            <a:ext cx="2468880" cy="1371600"/>
          </a:xfrm>
          <a:prstGeom prst="roundRect">
            <a:avLst/>
          </a:prstGeom>
          <a:solidFill>
            <a:srgbClr val="F2F6FA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78892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Kanäle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33756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1 oder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19" y="2651760"/>
            <a:ext cx="2468880" cy="1371600"/>
          </a:xfrm>
          <a:prstGeom prst="roundRect">
            <a:avLst/>
          </a:prstGeom>
          <a:solidFill>
            <a:srgbClr val="F2F6FA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19" y="278892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Dauer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333756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Sekunden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Rechenaufgabe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332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69264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10 000 Hz · 8 Bit · Mono · 5 Sekunden
Wie viele Bit und Byte?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Lösung Schritt für Schritt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332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69264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10 000 × 8 × 1 × 5 = 400 000 Bit
400 000 ÷ 8 = 50 000 Byte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Stereo-Rechnung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332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69264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Gleiche Aufnahme als Stereo:
50 000 Byte × 2 = 100 000 Byte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Kompression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332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69264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verlustfrei  ↔  verlustbehaftet
MP3 ist verlustbehaftet.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Typische Fehler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332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69264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Abtastrate macht nicht lauter.
Bittiefe ist nicht Abtastrate.
Gespeichert werden Messwerte.
Bit und Byte nicht verwechseln.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Abschlussaufgabe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332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69264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8 000 Hz · 16 Bit · Stereo · 10 Sekunden
Bit? Byte? Und bei Mono?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Der Weg zur Datei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332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69264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Schall → Mikrofon → Abtasten → Messwerte → Bits → Datei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Sicherung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332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69264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Abtastrate = Messungen pro Sekunde
Bittiefe = Bits pro Messwert
Mono = 1 Kanal · Stereo = 2 Kanäle
Speicher = Rate × Tiefe × Kanäle × Dauer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Ausblick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332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69264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Texte, Bilder und Töne sind digital darstellbar.
Was macht ein Computer mit all diesen Informationen?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