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aus PowerPoint-Formen;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Vorwissen EVAS, Hardware/Software aktivieren.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Speicherung zusätzlich vor/während/nach Verarbeitung betrachten.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Jeweils Information benennen, nicht nur Gerät.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Ausgabe kann Wirkung oder übertragene Information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Komponenten funktional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Betriebssystem verwaltet Ressourcen und stellt Funktionen bereit.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 nach Betriebssystem sind nicht alle Bereiche für Nutzer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Objekt/Attribut-Wissen transferieren.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Berechtigungen nach Zweck hinterfragen; keine pauschale Aussage zu konkreten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Keine moralische Bewertung; Beobachtung und bewusste Entscheidungen fördern.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Mechanismus reflektieren; individuelle Strategien sammeln.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Klassenregeln gemeinsam formulieren.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Begründete Regeln statt Verbote.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Lernweg zusammenführen.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Mobile Endgeräte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Das Smartphone als Informatiksystem bewusst nutzen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0" y="2423160"/>
            <a:ext cx="214884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Verstehen · anwenden · erklären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Leitfrage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Was steckt informatisch in einem Smartphone?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Smartphone nach EVAS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96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Eingabe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14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Verarbeitung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Ausgabe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Eingaben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Touch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Mikrofon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Kamera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GPS/Sensoren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Ausgaben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Display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Lautsprecher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Vibration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Funkverbindung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Prozessor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Arbeitsspeicher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32588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Flash-Speicher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Sensoren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337560"/>
            <a:ext cx="32004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429000"/>
            <a:ext cx="29260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Akku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Betriebssystem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Apps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Dienste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Dateien &amp; Ordner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Fotos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Downloads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Dokumente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App-Daten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App als Objekt betrachten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Berechtigungen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Speicherbedarf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Berechtigungen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Braucht eine Taschenlampen-App wirklich Standort oder Kontakte?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Nutzungsdauer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Wie viel Zeit nutze ich bewusst – und wie viel automatisch?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Aufmerksamkeit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896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10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069AA"/>
                </a:solidFill>
                <a:latin typeface="Aptos"/>
              </a:rPr>
              <a:t>Benachrichtigungen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84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14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75559B"/>
                </a:solidFill>
                <a:latin typeface="Aptos"/>
              </a:rPr>
              <a:t>Unterbrechung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246888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33207" y="1965960"/>
            <a:ext cx="24688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647" y="2057400"/>
            <a:ext cx="2286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E8A68"/>
                </a:solidFill>
                <a:latin typeface="Aptos"/>
              </a:rPr>
              <a:t>erneute Orientierung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Netiquette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respektvoll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verständlich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keine privaten Inhalte anderer teilen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Konflikte nicht eskalieren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Bewusste Nutzung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Benachrichtigungen wählen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Pausen planen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Berechtigungen prüfen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37560"/>
            <a:ext cx="5029200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429000"/>
            <a:ext cx="47548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C2D44"/>
                </a:solidFill>
                <a:latin typeface="Aptos"/>
              </a:rPr>
              <a:t>Dateien ordnen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Abschluss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Wahlbereich Mobile Endgeräte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46520"/>
            <a:ext cx="10972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274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17320"/>
            <a:ext cx="1033272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45920"/>
            <a:ext cx="96926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C2D44"/>
                </a:solidFill>
                <a:latin typeface="Aptos"/>
              </a:rPr>
              <a:t>Ein Smartphone ist Hardware + Software + Daten + Vernetzung – und wir entscheiden, wie wir es nutzen.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