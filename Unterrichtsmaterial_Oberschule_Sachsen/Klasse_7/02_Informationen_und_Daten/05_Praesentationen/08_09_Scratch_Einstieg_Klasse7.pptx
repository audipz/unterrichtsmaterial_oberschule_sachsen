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Algorithmus-Begriff anknüpfen.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Bereiche zeigen/benennen. Oberfläche kann je nach Version leicht variieren.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Ereignis startet Skript. Blockfolge von oben nach unten.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Beispiele: grüne Fahne, Taste, Klick auf Figur.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Vorhersagen lassen, bevor ausgeführt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Reihenfolge sichtbar testen; Sequenzbegriff festigen.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planlos umbauen. Immer nur gezielt verändern.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EVAS-Verbindung: Eingabe Taste, Verarbeitung Skript, Ausgabe Bewegung.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Antwort-Block als Eingabewert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eigenes Mini-Programm mit EVAS beschreiben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fertige Lösung zeigen; Raum für eigene Gestaltung.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Testen als Teil des Programmierens normalisieren.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Ereignis, Eingabe, Sequenz wiederholen.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 Bedingungen.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Scratch – 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Algorithmen als Blöcke zusammensetzen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Können wir einen Algorithmus direkt zusammensetzen?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Scratch-Oberfläche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Bühne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Figur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Blockpalette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Skriptbereich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Erstes Programm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55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669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grüne Fahne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3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sage „Hallo!“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Ereignis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 Ereignis startet eine passende Reaktion.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Sequenz in 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09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Ereignis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11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41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55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gehe 10 Schritte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drehe dich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75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05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19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sage „Fertig“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Blöcke vertauschen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drehen → gehen
ist nicht immer dasselbe wie
gehen → drehen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Debugging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beobachten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Fehlerstelle eingrenzen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ändern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erneut testen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Tastatur als Eingabe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55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669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Taste gedrückt?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3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Figur reagiert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Frage und Antwort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frage „Wie heißt du?“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Antwort speichern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begrüßen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 nach EVAS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Eingabe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Verarbeitung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Ausgabe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Speicherung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Mini-Projekt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interaktive Szene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mindestens 1 Ereignis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mindestens 1 Eingabe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sichtbare Reaktion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Testen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Was erwartest du?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Was passiert wirklich?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Was änderst du?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Ereignisse starten Skripte.
Blöcke bilden Algorithmen.
Reihenfolge und Eingaben bestimmen das Verhalten.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Wie kann ein Programm abhängig von einer Bedingung unterschiedliche Wege wählen?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