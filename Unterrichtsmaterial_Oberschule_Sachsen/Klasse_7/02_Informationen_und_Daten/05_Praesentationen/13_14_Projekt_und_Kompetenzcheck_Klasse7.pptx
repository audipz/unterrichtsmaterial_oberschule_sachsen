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aus PowerPoint-Formen;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Projektziel transparent machen.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 Beginn mit Bewertungs-/Auftragsmaterial abgleichen.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EVAS als Planungswerkzeug 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Logik, dann Scratch-Blöcke.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Mindestens Normalfall und Fehler-/Randfall testen.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 eine Ursache gleichzeitig verändern, wenn möglich.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 müssen zeigen können, wo jede Struktur vorkommt.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 Kompetenzcheck ehrlich einschätzen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 die bereits behandelten Kernideen wiederholen.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Speicher separat mitdenken; nicht zwingend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Begriffe an einem unbekannten Skript identifizieren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Konkrete Wiederholungsziele formulieren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Individuellen Lernplan kurz notieren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Programmierprozess als wiederkehrenden Zyklus sichern.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Scratch-Projekt &amp; Kompetenzcheck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Planen, umsetzen, testen, erklären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Verstehen · anwenden · erklären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Projektfrage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Kannst du ein kleines Programm selbst planen, umsetzen und testen?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Mindestanforderungen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Ereignis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Sequenz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Bedingung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Schleife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33756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42900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Variable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Planung vor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Idee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0251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3171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4611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Eingaben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9675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2595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4035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Verarbeitung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9099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2019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3459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9E37"/>
                </a:solidFill>
                <a:latin typeface="Aptos"/>
              </a:rPr>
              <a:t>Ausgaben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8523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1443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2883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benötigte Variablen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Ablauf skizzieren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0251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3171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4611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Hauptablauf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9675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2595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4035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Entscheidungen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9099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2019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3459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9E37"/>
                </a:solidFill>
                <a:latin typeface="Aptos"/>
              </a:rPr>
              <a:t>Wiederholungen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8523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1443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2883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Ende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Testprotokoll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Testfall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Erwartung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tatsächliches Ergebnis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Änderung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Debugging-Zyklus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testen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0251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3171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4611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beobachten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9675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2595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4035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Ursache vermuten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9099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2019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3459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9E37"/>
                </a:solidFill>
                <a:latin typeface="Aptos"/>
              </a:rPr>
              <a:t>ändern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8523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1443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2883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erneut testen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Projekt erklären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Sequenz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Bedingung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Schleife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Variable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33756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42900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EVAS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Selbsteinschätzung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kann ich sicher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kann ich mit Hilfe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muss ich wiederholen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Binär &amp; digitale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Binärzahl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Text/Bild/Ton digital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EVAS &amp; Algorithmen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Eingabe → Verarbeitung → Ausgabe
Algorithmus beschreibt die Verarbeitung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Scratch-Strukturen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Ereignis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Bedingung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Schleife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Variable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Lernlücken markieren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Was kann ich erklären?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Was kann ich anwenden?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Wo mache ich typische Fehler?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Drei Themen wählen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Welche drei Themen wiederholst du vor der Leistungskontrolle?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Abschluss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Planen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0251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3171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4611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Programmieren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9675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2595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4035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Testen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9099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2019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3459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9E37"/>
                </a:solidFill>
                <a:latin typeface="Aptos"/>
              </a:rPr>
              <a:t>Verbessern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8523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1443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2883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Erklären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