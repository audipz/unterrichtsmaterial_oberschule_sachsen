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Titelgrafik aus PowerPoint-Formen; keine externe Bildquelle.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EVAS anknüpfen. Ziel: Verarbeitung braucht eine genaue Vorschrift.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Schülerideen sammeln; Programme/Anweisungen als Brücke.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Fehlende Startposition, Richtung, Schrittweite und Abbruch verdeutlichen.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Definition schülergerecht sichern. Nicht mit Programm gleichsetzen.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Jede Eigenschaft an einem Gegenbeispiel prüfen.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Z. B. Papierflieger/Schulweg nur als Ablaufmodell; absichtlich wörtlich ausführen.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Darstellungen vergleichen: gleiche Logik, andere Repräsentation.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Sequenz = feste Reihenfolge. Vertauschen kann Ergebnis verändern.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Bedingung liefert wahr/falsch. Alltag: Wenn es regnet, dann ... sonst 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Unterschied feste Anzahl und bedingte Wiederholung vorbereiten.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Schüler zuerst als Text, dann als Ablauf darstellen. Beispiel 7→14.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Debugging als systematisches Prüfen vorbereiten.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Begriffe aktiv abfragen; Schüler sollen eigene Beispiele nennen.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Überleitung zu Scratch; Blöcke repräsentieren Anweisungen.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D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Algorithmen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CDD9E6"/>
                </a:solidFill>
                <a:latin typeface="Aptos"/>
              </a:rPr>
              <a:t>Vom eindeutigen Ablauf zu Sequenz, Entscheidung und Wiederholung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23160"/>
            <a:ext cx="214884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0" y="2423160"/>
            <a:ext cx="214884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0" y="2423160"/>
            <a:ext cx="214884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0" y="2423160"/>
            <a:ext cx="214884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Verstehen · anwenden · erklären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Rückblick EVAS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Alle Geräte arbeiten nach EVAS.
Warum verarbeitet jedes Gerät anders?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Leitfrage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Woher weiß ein Computer, was er tun soll?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Ungenaue Anweisung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„Gehe zur Tür.“
Was genau soll eine Maschine tun?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Algorithmus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Eine eindeutige, geordnete und endliche Folge ausführbarer Anweisungen.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Vier Eigenschaften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eindeutig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geordnet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ausführbar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endlich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Alltagsalgorithmus testen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Start festlegen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Schritte nummerieren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Partner führt exakt aus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Unklarheiten markieren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Darstellungsformen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nummerierte Liste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Ablaufdiagramm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Sequenz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3747" y="1965960"/>
            <a:ext cx="1746504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187" y="2057400"/>
            <a:ext cx="15636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70251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3171" y="1965960"/>
            <a:ext cx="1746504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4611" y="2057400"/>
            <a:ext cx="15636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5559B"/>
                </a:solidFill>
                <a:latin typeface="Aptos"/>
              </a:rPr>
              <a:t>Schritt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9675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22595" y="1965960"/>
            <a:ext cx="1746504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14035" y="2057400"/>
            <a:ext cx="15636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E8A68"/>
                </a:solidFill>
                <a:latin typeface="Aptos"/>
              </a:rPr>
              <a:t>Schritt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9099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72019" y="1965960"/>
            <a:ext cx="1746504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3459" y="2057400"/>
            <a:ext cx="15636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EB9E37"/>
                </a:solidFill>
                <a:latin typeface="Aptos"/>
              </a:rPr>
              <a:t>Schritt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8523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21443" y="1965960"/>
            <a:ext cx="1746504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12883" y="2057400"/>
            <a:ext cx="15636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Ende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Entscheidung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896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10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Bedingung prüfen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8487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614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28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5559B"/>
                </a:solidFill>
                <a:latin typeface="Aptos"/>
              </a:rPr>
              <a:t>wahr: Weg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332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46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E8A68"/>
                </a:solidFill>
                <a:latin typeface="Aptos"/>
              </a:rPr>
              <a:t>falsch: Weg 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Wiederholung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0907" y="1965960"/>
            <a:ext cx="22402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2347" y="2057400"/>
            <a:ext cx="20574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1187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4107" y="1965960"/>
            <a:ext cx="22402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5547" y="2057400"/>
            <a:ext cx="20574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5559B"/>
                </a:solidFill>
                <a:latin typeface="Aptos"/>
              </a:rPr>
              <a:t>wiederhole Handlung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4387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7307" y="1965960"/>
            <a:ext cx="22402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8747" y="2057400"/>
            <a:ext cx="20574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E8A68"/>
                </a:solidFill>
                <a:latin typeface="Aptos"/>
              </a:rPr>
              <a:t>Abbruchbedingung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87587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0507" y="1965960"/>
            <a:ext cx="22402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1947" y="2057400"/>
            <a:ext cx="20574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EB9E37"/>
                </a:solidFill>
                <a:latin typeface="Aptos"/>
              </a:rPr>
              <a:t>Ende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Mini-Aufgabe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896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10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Zahl einlesen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8487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614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28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5559B"/>
                </a:solidFill>
                <a:latin typeface="Aptos"/>
              </a:rPr>
              <a:t>Zahl verdoppeln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332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46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E8A68"/>
                </a:solidFill>
                <a:latin typeface="Aptos"/>
              </a:rPr>
              <a:t>Ergebnis ausgeben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Fehler finden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Anweisung fehlt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Reihenfolge falsch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Bedingung unklar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Ende fehlt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Sicherung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Algorithmus = eindeutig + geordnet + ausführbar + endlich
Grundstrukturen: Sequenz · Entscheidung · Wiederholung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Ausblick Scratch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Können wir solche Abläufe direkt am Computer zusammensetzen?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