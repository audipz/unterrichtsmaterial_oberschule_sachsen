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Entscheidung aus Algorithmik reaktivieren.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Bedingungen liefern wahr oder falsch.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Quiz-Beispiel gemeinsam modellieren.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Zweige gezielt testen.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Wiederholung als Abstraktion gleicher Schritte.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Quadrat: vier gleiche Seiten/90°-Drehungen. Startlage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Schleifenarten nach Abbruch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Punktestand als anschauliches 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Initialisieren = definierten Startwert 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'um 1' addiert; 'auf 1' überschreibt.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Zusammenspiel erklären, nicht jeden Block auswendig lernen.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Typische Ursachen systematisch testen.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 nicht anzeigen. Differenzierung: weitere Fragen oder Wiederholung.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Strukturen in eigenen Worten erklären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Projektphase ankündigen.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 – Strukturen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Bedingungen, Schleifen und Variablen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 Bedingung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Wie kann ein Programm unterschiedliche Wege wählen?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Wahr oder falsch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Taste gedrückt?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Punktzahl &gt; 10?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berührt Rand?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Antwort = „Berlin“?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wenn / sonst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Bedingung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wahr: Aktion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falsch: Aktion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Testfälle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richtige Eingabe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falsche Eingabe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unerwartete Eingabe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Warum Schleifen?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Wie vermeiden wir zehn gleiche Blöcke?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wiederhole n-mal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9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wiederhole 4-mal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11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41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55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gehe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drehe 90°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75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05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19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Quadrat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fortlaufend oder bis?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fortlaufend: ohne Ende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bis: stoppt bei Bedingung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n-mal: feste Anzahl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Variable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Eine Variable ist ein benannter Speicherplatz für einen veränderlichen Wert.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Initialisieren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69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setze Punkte auf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Verändern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69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Treffer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ändere Punkte um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Alles kombinieren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251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3171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4611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Schleife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675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2595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4035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Bedingung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9099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2019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459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Variable ändern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8523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1443" y="1965960"/>
            <a:ext cx="1746504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2883" y="2057400"/>
            <a:ext cx="1563624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Ausgabe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Fehlerbilder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Variable nicht initialisiert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Bedingung nie wahr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Endlosschleife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falscher Zweig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Übungsauftrag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Baue ein Mini-Quiz mit Punktestand.
Mindestens 2 Fragen und eine Entscheidung.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Bedingung entscheidet.
Schleife wiederholt.
Variable merkt sich einen Wert.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Können wir ein Programm selbst planen, testen und erklären?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