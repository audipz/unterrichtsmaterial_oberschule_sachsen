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aus PowerPoint-Formen;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auf sichtbare Geräte beschränken.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Grenzfälle diskutieren, z. B. Betriebssystem ist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Aufgaben unterscheiden: verwalten, nutzen, warten/unterstützen.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CPU nicht als 'Speicher' darstellen.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Flüchtig = Inhalt ohne Strom nicht dauerhaft erhalten.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Zielkonflikte statt 'ein Speicher ist besser'.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 nicht als 'Wolke' erklären, sondern entfernte Infrastruktur.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Dezimal/binär genaue Präfixe nur vertiefen, wenn Material es verlangt.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Größenordnungen vergleichen; konkrete Werte hängen von Format/Kompression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Synchronisation ist nicht automatisch Backup. Löschung kann synchronisiert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Endung gibt Hinweis auf Format; nicht blind umbenennen.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Ordnerstruktur nach Zweck statt 'alles auf Desktop'.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Pfad beschreibt den Weg zur Datei. Trennzeichen unterscheiden sich nach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praktisch prüfen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Lösung offen; Kriterien: auffindbar, verständlich, konsistent.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Kernidee des Themenblocks sichern.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Informatiksysteme &amp; Dateien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Hardware, Software, Speicher und Ordnung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Verstehen · anwenden · erklären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Was gehört zu einem Informatiksystem?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Hardware vs.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Hardware: anfassbare Komponenten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Software: Programme und Daten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Softwarearten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Betriebssystem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Anwendung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Werkzeug/Utility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Prozessor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führt Befehle aus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rechnet und vergleicht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steuert Abläufe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Speicher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Arbeitsspeicher: schnell, flüchtig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SSD/Flash: nichtflüchtig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Warum mehrere Speicherarten?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Geschwindigkeit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Kapazität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Preis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Dauerhaftigkeit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Lokal, Netzwerk,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lokal: auf Gerät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Netzwerk: anderer Rechner im Netz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Cloud: Dienst über Netzwerk/Internet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Bit und Byte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8 Bit = 1 Byte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KB · MB · GB · TB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Datenmengen vergleichen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Textdatei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Musik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Video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55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669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Original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3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zweite unabhängige Kopie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Datei und Dateityp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Dateiname + Endung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z. B. referat.pptx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Ordner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Ordner strukturieren Dateien und weitere Unterordner.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Pfad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09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3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Schule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11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41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55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Informatik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43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73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Klasse7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75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0507" y="1965960"/>
            <a:ext cx="2240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1947" y="2057400"/>
            <a:ext cx="2057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EB9E37"/>
                </a:solidFill>
                <a:latin typeface="Aptos"/>
              </a:rPr>
              <a:t>projekt.sb3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Kopieren vs. Verschieben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Kopieren: Original bleibt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20116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Verschieben: Ort ändert sich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Ordnerchallenge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Lege eine sinnvolle Struktur für ein Schulprojekt an.
Benenne Dateien eindeutig.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Informatiksysteme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Hardware + Software + Speicher + strukturierte Daten arbeiten zusammen.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