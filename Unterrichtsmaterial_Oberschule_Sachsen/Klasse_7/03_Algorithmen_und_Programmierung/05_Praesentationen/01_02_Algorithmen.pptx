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Titelgrafik vollständig aus PowerPoint-Formen. Keine externe Bildquelle.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EVAS anschließen: Die Verarbeitung unterscheidet sich, weil unterschiedliche Anweisungen/Programme ausgeführt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Schülerideen sammeln: Mensch gibt Befehle, Programme enthalten Anweisungen, Abläufe müssen eindeutig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Typische Punkte: Startpunkt, Richtung, Schrittweite, Hindernisse, wann stoppen. Genauigkeit ist nötig, weil Maschinen nicht wie Menschen mitdenken.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sichern. Algorithmus ist noch kein Programm, sondern eine Handlungsvorschrift. Programme setzen Algorithmen in einer Programmiersprache oder Umgebung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 jeder Eigenschaft ein Gegenbeispiel sammeln. Eindeutig: 'mach es ordentlich' ist nicht eindeutig. Endlich: 'wiederhole immer weiter' ist ohne Ziel kein endlicher Algorithmus.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Übung: z. B. Stift vom Tisch aufheben oder Papier falten. Die Lehrkraft führt absichtlich wörtlich aus, um Lücken sichtbar zu machen.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Darstellungsformen vergleichen. Gleicher Algorithmus kann in Text, Liste oder Diagramm dargestellt werden. Diagramme sind besonders hilfreich, wenn Bedingungen ins Spiel kommen.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Sequenz = feste Reihenfolge. Beispiele testen lassen, bei denen Vertauschen der Schritte das Ergebnis verändert.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Alltagsbeispiel: Wenn es regnet, nimm den Schirm, sonst nicht. In Programmen führt eine Bedingung zu unterschiedlichen Wegen.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Unterscheiden: feste Anzahl von Wiederholungen und bedingte Wiederholung bis etwas erreicht ist. Häufiger Fehler: Wiederholung ohne 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Schüler lassen eigene Testwerte durch den Ablauf laufen. Brücke zu EVAS: Eingabe, Verarbeitung, Ausgabe.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Überleitung: Scratch-Blöcke machen Anweisungen sichtbar und erlauben, Algorithmen praktisch zu testen.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Algorithmen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Eindeutige Abläufe beschreiben und prüfen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EVAS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Anweisung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Ablauf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Scratch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Abläufe verstehen · Programme planen · systematisch testen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Rückblick: EVAS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784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73836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Alle Geräte arbeiten nach EVAS.
Warum verarbeitet jedes Gerät anders?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Leitfrage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784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73836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Woher weiß ein Computer,
was er tun soll?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Ungenaue Anweisung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784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73836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„Gehe zur Tür.“
Was fehlt, damit eine Maschine das ausführen kann?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Algorithmus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78440" cy="3108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737360"/>
            <a:ext cx="969264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Ein Algorithmus ist eine eindeutige, geordnete und endliche Folge ausführbarer Anweisungen.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Eigenschaften eines Algorithmus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417320"/>
            <a:ext cx="5280660" cy="15544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52704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eindeutig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029968"/>
            <a:ext cx="48234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Jeder Schritt ist klar formuliert.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417320"/>
            <a:ext cx="5280660" cy="15544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6179" y="152704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geordnet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187" y="2029968"/>
            <a:ext cx="48234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Die Reihenfolge ist festgelegt.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" y="3291839"/>
            <a:ext cx="5280660" cy="15544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39" y="340156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ausführbar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" y="3904487"/>
            <a:ext cx="48234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Die Schritte können tatsächlich ausgeführt werden.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1587" y="3291839"/>
            <a:ext cx="5280660" cy="15544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340156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9E37"/>
                </a:solidFill>
                <a:latin typeface="Aptos"/>
              </a:rPr>
              <a:t>endlich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3904487"/>
            <a:ext cx="48234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Der Ablauf kommt zu einem Ende.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Alltagsalgorithmus testen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05740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103120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069AA"/>
                </a:solidFill>
                <a:latin typeface="Aptos"/>
              </a:rPr>
              <a:t>Start festlegen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4903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3815" y="205740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6967" y="2103120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75559B"/>
                </a:solidFill>
                <a:latin typeface="Aptos"/>
              </a:rPr>
              <a:t>Schritte nummerieren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6391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303" y="205740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8455" y="2103120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E8A68"/>
                </a:solidFill>
                <a:latin typeface="Aptos"/>
              </a:rPr>
              <a:t>Partner führt exakt aus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7879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6791" y="205740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9943" y="2103120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B9E37"/>
                </a:solidFill>
                <a:latin typeface="Aptos"/>
              </a:rPr>
              <a:t>Unklarheiten markieren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B94945"/>
                </a:solidFill>
                <a:latin typeface="Aptos"/>
              </a:rPr>
              <a:t>Wichtig: Der Partner darf nicht raten – er führt nur aus, was dasteht.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Text oder Ablaufdiagramm?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600200"/>
            <a:ext cx="3383279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70992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212848"/>
            <a:ext cx="292607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gut für genaue Beschreibung in Sätzen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207" y="1600200"/>
            <a:ext cx="3383279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8799" y="170992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nummerierte Liste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807" y="2212848"/>
            <a:ext cx="292607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gut für feste Schrittfolge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8967" y="1600200"/>
            <a:ext cx="3383279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3559" y="170992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Ablaufdiagramm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7567" y="2212848"/>
            <a:ext cx="292607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gut für Verzweigungen und Wiederholungen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Sequenz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14884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194560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2606" y="256032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1518" y="214884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4670" y="2194560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Schritt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1796" y="256032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0708" y="214884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3860" y="2194560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Schritt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0986" y="256032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9898" y="214884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3050" y="2194560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9E37"/>
                </a:solidFill>
                <a:latin typeface="Aptos"/>
              </a:rPr>
              <a:t>Schritt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0177" y="256032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29089" y="214884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02241" y="2194560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B94945"/>
                </a:solidFill>
                <a:latin typeface="Aptos"/>
              </a:rPr>
              <a:t>Ende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77639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Sequenz bedeutet: Die Anweisungen werden nacheinander ausgeführt.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Entscheidung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05740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10312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Bedingung prüfen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5399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4311" y="205740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7463" y="210312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wahr: Weg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383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295" y="205740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447" y="210312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falsch: Weg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75559B"/>
                </a:solidFill>
                <a:latin typeface="Aptos"/>
              </a:rPr>
              <a:t>Eine Bedingung beantwortet eine Frage mit wahr oder falsch.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Wiederholung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192024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1965960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069AA"/>
                </a:solidFill>
                <a:latin typeface="Apto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4903" y="233172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3815" y="192024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6967" y="1965960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75559B"/>
                </a:solidFill>
                <a:latin typeface="Aptos"/>
              </a:rPr>
              <a:t>Handlung ausführen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6391" y="233172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303" y="192024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8455" y="1965960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E8A68"/>
                </a:solidFill>
                <a:latin typeface="Aptos"/>
              </a:rPr>
              <a:t>Bedingung prüfen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7879" y="233172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6791" y="192024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9943" y="1965960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B9E37"/>
                </a:solidFill>
                <a:latin typeface="Aptos"/>
              </a:rPr>
              <a:t>wiederholen oder stoppen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94945"/>
                </a:solidFill>
                <a:latin typeface="Aptos"/>
              </a:rPr>
              <a:t>Wiederholungen brauchen eine klare Abbruchregel.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Mini-Aufgabe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05740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10312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Zahl einlesen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5399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4311" y="205740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7463" y="210312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Zahl verdoppeln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383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295" y="205740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447" y="210312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Ergebnis ausgeben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Beispiel: Eingabe 7 → Verarbeitung 7 · 2 → Ausgabe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Ausblick: Scratch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784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73836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Können wir solche Abläufe
direkt am Computer zusammensetzen?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