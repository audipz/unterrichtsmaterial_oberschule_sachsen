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Titelgrafik aus PowerPoint-Formen; keine externe Bildquelle.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Beispiele: Bild, Textfeld, Form, Tabelle.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Alltags- und Dokumentobjekte unterscheiden, ohne zu früh zu formalisieren.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Attribut = Eigenschaft; Attributwert = konkrete Ausprägung.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Wichtige Fehlvorstellung: Werte gehören zum konkreten Objekt; die Klasse beschreibt gemeinsame Struktur.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Klasse als gemeinsame Beschreibung/Bauplan; Objekte besitzen konkrete Werte.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Gemeinsame Attribute, unterschiedliche Attributwerte.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Beispiele fachlich einfach halten. Methode ist nicht dasselbe wie Attribut.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Bekanntes Scratch-Beispiel nutzen.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Übergang von technischer zu rechtlicher/ethischer Betrachtung.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Kontext beachten; nicht alle Daten sind gleich sensibel, aber Personenbezug ist entscheidend.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Keine Rechtsberatung im Detail; altersgerecht Verantwortungsprinzip vermitteln.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Nicht 'im Internet = frei'. Freie Lizenzen und eigene Werke bevorzugen.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 Entscheidungsroutine sichern.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Beide Themenstränge zusammenführen.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Brücke zu Klasse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Objekte, Klassen &amp; Datenrechte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DD9E6"/>
                </a:solidFill>
                <a:latin typeface="Aptos"/>
              </a:rPr>
              <a:t>Eigenschaften beschreiben – Daten verantwortlich nutzen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Verstehen · anwenden · erklären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Leitfrage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&amp;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Welche Dinge in einem Dokument kann ein Computer als Objekte behandeln?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Objekt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&amp;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Ein konkretes Ding, das im System beschrieben und verändert werden kann.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Attribut &amp; Wert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&amp;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Bild → Breite: 800 px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Bild → Höhe: 600 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Bild → Position: x=120, y=80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Zustand eines Objekts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&amp;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Werte ändern sich → Zustand des Objekts ändert sich.
Die Klasse ändert sich dabei nicht.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Klasse als Bauplan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&amp;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896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10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Klasse Fahrrad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84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14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Attribute: Farbe, Gangzahl, Rahmengröße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332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6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konkrete Fahrräder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Konkrete Objekte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&amp;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Fahrrad A: rot · 7 Gänge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Fahrrad B: blau · 21 Gänge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beide gehören zur Klasse Fahrrad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Methoden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&amp;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Methoden beschreiben mögliche Aktionen eines Objekts.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Scratch-Transfer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&amp;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4"/>
                </a:solidFill>
                <a:latin typeface="Aptos"/>
              </a:rPr>
              <a:t>Figur → x-Position, y-Position, Richtung, Kostüm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Aktionen → gehe, drehe, sage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Technisch möglich ≠ erlaubt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&amp;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Kann ich ein Bild kopieren?
Darf ich es veröffentlichen?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Personenbezogene Daten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&amp;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Foto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Standort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3756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Kontaktdaten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33756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42900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Nutzungsdaten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Persönlichkeitsrechte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&amp;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Vor Veröffentlichung anderer Personen: Einwilligung und Kontext beachten.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Urheberrecht &amp; Quellen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&amp;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Wer hat das Werk erstellt?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Darf ich es nutzen?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Welche Lizenz gilt?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Wie gebe ich die Quelle an?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Vier Fragen vor dem Teilen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&amp;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Darf ich das?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Wem gehören die Inhalte?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Sind Personen betroffen?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Welche Folgen kann das Teilen haben?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Sicherung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&amp;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Objekt → Attribute + Werte + mögliche Methoden
Verantwortung → Rechte + Quellen + Personenbezug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Ausblick Klasse 8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&amp;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Klassen, Objekte und Attribute werden systematisch vertieft.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