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zeigt bereits den Kern der Einheit: Ein Zeichen wird durch eine vereinbarte Zahl repräsentiert, die wiederum binär gespeichert werden kann. Nicht alle Begriffe sofort erklären. An die vorherige Einheit Binärzahlen anknüpfen. Eigene PowerPoint-Grafik;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 offen stellen. Erwartbare Antworten: Jeder Buchstabe bekommt eine Zahl; es gibt eine Tabelle/Zuordnung; die Zahl wird binär gespeichert. Wichtig: Ein Buchstabe befindet sich nicht 'als Bild' im Speicher, wenn es um normalen Text 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Zentraler Begriff: Codierung = vereinbarte Zuordnung zwischen Zeichen und Zahlen/Bitmustern. Dieselben Bits könnten in einem anderen Kontext auch eine Zahl, einen Farbwert oder einen Teil eines Tons darstellen. Nicht sagen, Bits hätten von sich aus die Bedeutung 'A'.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ASCII als standardisierte Zeichencodierung einführen. Die Lernenden müssen keine Codes auswendig lernen. Die Tabelle dient zum Nachschlagen. Fachhinweis: Der ursprüngliche ASCII umfasst 128 Codes (0–127). Erweiterte 8-Bit-'ASCII'-Varianten sind nicht einheitlich und sollten nicht mit dem ursprünglichen ASCII gleichgesetzt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bewusst das bereits gelernte Potenzverfahren aufgreifen. 65 = 64 + 1, also stehen unter 2^6 und 2^0 Einsen. Bei 8 Stellen: 01000001. So wird Zeichencodierung mit Binärzahlen verknüpft. Führende Null dient hier der Darstellung als 8-Bit-Muster.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Bekannte Entscheidungsmatrix wiederverwenden. Lehrerhinweis: Falls Lernende die Umrechnung vergessen haben, von links nach rechts prüfen, welche Zweierpotenzen benötigt werden. 65 = 64 + 1. Alternativ wäre Division durch 2 möglich; dort Reste unbedingt von unten nach oben lesen. Für diese Einheit reicht die Potenzmatrix als anschaulicher Hauptweg.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Arbeitsphase. Benötigte ASCII-Werte: 72=H, 65=A, 76=L, 79=O. Lösung HALLO erst auf der nächsten Folie zeigen. Bei Schwierigkeiten zunächst nur den ersten Wert gemeinsam nachschlagen.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 gemeinsam kontrollieren. Erkenntnis sichern: Sender und Empfänger müssen dieselbe Zuordnung kennen. Ohne vereinbarten Zeichencode sind die Zahlen nicht als Text interpretierbar.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ASCII deckt nur einen kleinen Zeichenvorrat ab. Historisch gab es viele inkompatible Erweiterungen/Zeichensätze. Zur weltweiten Textverarbeitung wurde Unicode entwickelt. Nicht suggerieren, Unicode enthalte buchstäblich 'alle denkbaren Zeichen', sondern sehr viele standardisierte Zeichen aus zahlreichen Schriftsystemen und Symbolgruppen.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Fachlich wichtige Abgrenzung: Unicode definiert u. a. den Zeichenvorrat und Codepoints. 'U+0041' ist die Schreibweise für den Unicode-Codepoint des Zeichens A. Unicode ist nicht dasselbe wie UTF-8. Diese Unterscheidung für fachfremde Lehrkräfte ausdrücklich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verhindert eine häufige fachliche Ungenauigkeit. Unicode und UTF-8 nicht synonym verwenden. Vereinfachte Erklärung: Unicode legt für Zeichen Codepoints fest; UTF-8 beschreibt, wie diese Codepoints in einer Folge von Bytes codiert werden. Für Klasse 7 keine Bitmuster von Mehrbyte-UTF-8 ausrechnen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UTF-8 verwendet je nach Codepoint 1 bis 4 Bytes. Die Beispiele dienen der Vorstellung. Typische Fehlvorstellung: 'Ein Zeichen = ein Byte'. Das gilt bei UTF-8 nicht allgemein. Ebenso kann ein vom Menschen wahrgenommenes Symbol technisch aus mehreren Unicode-Codepoints bestehen; diese Vertiefung ist für Klasse 7 nicht erforderlich.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Für A stimmen ASCII-Wert, Unicode-Codepoint-Wert und das einzelne UTF-8-Byte zahlenmäßig überein (65). Das macht A als Einstiegsbeispiel praktisch. Aber nicht daraus schließen, dass dies für alle Zeichen gilt.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 zunächst ohne Lösung. Erwartung ABBA. Ziel: Codierung als Vereinbarung verstehen. Mit 2 Bit gibt es 2² = 4 mögliche Kombinationen. Verbindung zu Binärzahlen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 ABBA. Danach einzelne Zuordnungen tauschen und fragen, ob die Bitfolge noch dieselbe Nachricht bedeutet. Damit wird deutlich: Die Daten bleiben gleich, ihre Interpretation hängt von der vereinbarten Codierung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Fehlvorstellungen aktiv abfragen. Besonders wichtig für fachfremde Lehrkräfte: ASCII ist eine Zeichencodierung; die zugeordnete Zahl kann anschließend binär dargestellt werden. Unicode und UTF-8 sauber trennen.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 gemeinsam sichern. Bei Zeitmangel reicht für die Kernkompetenz: Zeichen ↔ vereinbarter Code ↔ Bits. Unicode/UTF-8 ist die fachlich saubere Erweiterung und sollte nicht unnötig technisch vertieft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Exit-Ticket. Erwartung: Bits sind zunächst nur Zustände. Eine vereinbarte Codierung/Interpretation legt fest, was sie bedeuten. Gute Antworten mit einem eigenen Beispiel würdigen. Übergang zur nächsten Einheit Bilder: Auch Pixelwerte sind Zahlen, deren Bedeutung durch ein Darstellungsmodell festgelegt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Texte im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Wie aus Buchstaben Zahlen und schließlich Bits werden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06040"/>
            <a:ext cx="2743200" cy="14173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2743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606040"/>
            <a:ext cx="2743200" cy="14173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606040"/>
            <a:ext cx="2743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06040"/>
            <a:ext cx="2743200" cy="14173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27432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01000001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06324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DD9E6"/>
                </a:solidFill>
                <a:latin typeface="Aptos"/>
              </a:rPr>
              <a:t>Zeichen  →  Zeichencode  →  Binärdarstellung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Einstieg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C2D44"/>
                </a:solidFill>
                <a:latin typeface="Aptos"/>
              </a:rPr>
              <a:t>Der Computer kennt nur Bits.
Wie kann er dann den Buchstaben „A“ speichern?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Eine Bitfolge hat nicht von selbst eine Bedeutung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743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01000001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Bits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28800"/>
            <a:ext cx="2743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0312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803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Zahl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2743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03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5F6973"/>
                </a:solidFill>
                <a:latin typeface="Aptos"/>
              </a:rPr>
              <a:t>Zeichen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069AA"/>
                </a:solidFill>
                <a:latin typeface="Aptos"/>
              </a:rPr>
              <a:t>Die Bedeutung entsteht durch eine vereinbarte Codierung.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ASCII – eine gemeinsame Zeichentabelle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Für viele grundlegende Zeichen gibt es festgelegte Zahlencodes.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01168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01168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82880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00200"/>
            <a:ext cx="201168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82880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600200"/>
            <a:ext cx="201168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82880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600200"/>
            <a:ext cx="201168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82880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Leerzeichen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3E8A68"/>
                </a:solidFill>
                <a:latin typeface="Aptos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ASCII legt fest: Welcher Zahlenwert steht für welches Zeichen?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Vom Zeichen zum Bitmuster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Beispiel: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18288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Zeichen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057400"/>
            <a:ext cx="18288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176272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88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ASCII-Code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057400"/>
            <a:ext cx="18288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01000001₂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Binärzahl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057400"/>
            <a:ext cx="18288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176272"/>
            <a:ext cx="1828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8 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788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Speicher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146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5146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5146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069AA"/>
                </a:solidFill>
                <a:latin typeface="Aptos"/>
              </a:rPr>
              <a:t>65₁₀ = 64 + 1 = 01000001₂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ASCII-Code mit der Potenzmatrix umrechnen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65₁₀ → 01000001₂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423160"/>
            <a:ext cx="1188720" cy="73152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2423160"/>
            <a:ext cx="11887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1600200"/>
            <a:ext cx="1188720" cy="7315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160020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87000" y="2423160"/>
            <a:ext cx="1188720" cy="731520"/>
          </a:xfrm>
          <a:prstGeom prst="roundRect">
            <a:avLst/>
          </a:prstGeom>
          <a:solidFill>
            <a:srgbClr val="E7F4EC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2423160"/>
            <a:ext cx="1188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70332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64 passt → 1      1 passt → 1      alle anderen Stellen →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663440"/>
            <a:ext cx="7040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069AA"/>
                </a:solidFill>
                <a:latin typeface="Aptos"/>
              </a:rPr>
              <a:t>01000001₂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Jetzt ihr: Nachricht entschlüsseln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1C2D44"/>
                </a:solidFill>
                <a:latin typeface="Aptos"/>
              </a:rPr>
              <a:t>72   65   76   76   79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>
                <a:solidFill>
                  <a:srgbClr val="23282D"/>
                </a:solidFill>
                <a:latin typeface="Aptos"/>
              </a:rPr>
              <a:t>Nutzt die Zeichentabelle. Welche Nachricht steckt dahinter?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Noch nicht auflösen – erst zu zweit entschlüsseln.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Auflösung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96596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2D44"/>
                </a:solidFill>
                <a:latin typeface="Aptos"/>
              </a:rPr>
              <a:t>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00200"/>
            <a:ext cx="196596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7744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600200"/>
            <a:ext cx="196596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83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2D44"/>
                </a:solidFill>
                <a:latin typeface="Aptos"/>
              </a:rPr>
              <a:t>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00200"/>
            <a:ext cx="196596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83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7744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2D44"/>
                </a:solidFill>
                <a:latin typeface="Aptos"/>
              </a:rPr>
              <a:t>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600200"/>
            <a:ext cx="1965960" cy="19659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783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377440"/>
            <a:ext cx="1965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C2D44"/>
                </a:solidFill>
                <a:latin typeface="Aptos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3E8A68"/>
                </a:solidFill>
                <a:latin typeface="Aptos"/>
              </a:rPr>
              <a:t>72 65 76 76 79  →  HALLO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ASCII reicht nicht für alle Zeichen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1C2D44"/>
                </a:solidFill>
                <a:latin typeface="Aptos"/>
              </a:rPr>
              <a:t>ä     €     Ω     中     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3282D"/>
                </a:solidFill>
                <a:latin typeface="Aptos"/>
              </a:rPr>
              <a:t>Was passiert, wenn Menschen auf der ganzen Welt
Texte digital speichern möchten?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Wir brauchen eine viel größere gemeinsame Zeichensammlung.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Unicode – eindeutige Nummern für sehr viele Zeichen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231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U+0041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645920"/>
            <a:ext cx="24231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828800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69748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U+00E4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645920"/>
            <a:ext cx="24231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828800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69748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U+20AC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4231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69748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U+1F60A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Unicode ordnet Zeichen sogenannte Codepoints zu.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Unicode ist nicht dasselbe wie UTF-8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44805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Unicode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3840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3282D"/>
                </a:solidFill>
                <a:latin typeface="Aptos"/>
              </a:rPr>
              <a:t>Welches Zeichen?
Welche Nummer (Codepoint)?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56032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4805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UTF-8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560320"/>
            <a:ext cx="3840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3282D"/>
                </a:solidFill>
                <a:latin typeface="Aptos"/>
              </a:rPr>
              <a:t>Wie wird der Codepoint
als Bytes gespeichert?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Unicode = Zuordnung      ·      UTF-8 = konkrete Byte-Codierung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 viele Bytes braucht UTF-8?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Beispiele – nicht als Auswendiglernliste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423160" cy="2240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423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1 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U+0041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00200"/>
            <a:ext cx="2423160" cy="2240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423160"/>
            <a:ext cx="2423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2 Byte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9260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U+00E4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600200"/>
            <a:ext cx="2423160" cy="2240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78308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423160"/>
            <a:ext cx="2423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3 Byte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U+20AC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00200"/>
            <a:ext cx="2423160" cy="2240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8308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423160"/>
            <a:ext cx="2423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4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9260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U+1F60A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B94945"/>
                </a:solidFill>
                <a:latin typeface="Aptos"/>
              </a:rPr>
              <a:t>Ein Zeichen ist nicht automatisch genau ein Byte groß.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Der gesamte Weg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231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Zeichen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688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231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Codepoint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4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U+0041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4231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UTF-8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0604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65₁₀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46888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4231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Byte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06040"/>
            <a:ext cx="2423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01000001₂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5F6973"/>
                </a:solidFill>
                <a:latin typeface="Aptos"/>
              </a:rPr>
              <a:t>Bei ASCII-Zeichen wie A bleibt der Weg besonders einfach.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Eigene Codierung erfinden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Vier Zeichen – zwei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3774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E8A68"/>
                </a:solidFill>
                <a:latin typeface="Aptos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54480"/>
            <a:ext cx="23774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E8A68"/>
                </a:solidFill>
                <a:latin typeface="Aptos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3774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E8A68"/>
                </a:solidFill>
                <a:latin typeface="Aptos"/>
              </a:rPr>
              <a:t>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54480"/>
            <a:ext cx="237744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7830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317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E8A6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Welche Nachricht ist:  00  01  01  00 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5F6973"/>
                </a:solidFill>
                <a:latin typeface="Aptos"/>
              </a:rPr>
              <a:t>Entschlüsselt erst – Lösung auf der nächsten Folie.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Auflösung und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E8A68"/>
                </a:solidFill>
                <a:latin typeface="Aptos"/>
              </a:rPr>
              <a:t>00  01  01  00  →  A B B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Warum funktioniert das?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99669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3282D"/>
                </a:solidFill>
                <a:latin typeface="Aptos"/>
              </a:rPr>
              <a:t>Weil Sender und Empfänger dieselbe Zuordnung verwenden.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Ändern wir die Tabelle, ändert sich die Bedeutung derselben Bits.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749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ASCII = Binär?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617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Nein. ASCII ordnet Zeichen Zahlen zu.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0749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Unicode = UTF-8?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03120"/>
            <a:ext cx="4617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Nein. Codepoints vs. Byte-Codierung.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0749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1 Zeichen = 1 Byte?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4617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Bei UTF-8 nicht allgemein.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66160"/>
            <a:ext cx="5074920" cy="16459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3075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Bits haben Bedeutung?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251960"/>
            <a:ext cx="4617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3282D"/>
                </a:solidFill>
                <a:latin typeface="Aptos"/>
              </a:rPr>
              <a:t>Erst durch Interpretation/Codierung.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96926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Texte werden digital gespeichert, indem Zeichen nach einer vereinbarten Codierung Zahlen zugeordnet werden. Diese Zahlen werden als Bytes und damit als Bits gespeichert.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3282D"/>
                </a:solidFill>
                <a:latin typeface="Aptos"/>
              </a:rPr>
              <a:t>ASCII ist ein früher Zeichencode. Unicode ermöglicht sehr viele Zeichen; UTF-8 ist eine verbreitete Codierung für Unicode.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92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C2D44"/>
                </a:solidFill>
                <a:latin typeface="Aptos"/>
              </a:rPr>
              <a:t>Warum kann dieselbe Bitfolge je nach Kontext
Text, Zahl oder etwas ganz anderes bedeuten?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5F6973"/>
                </a:solidFill>
                <a:latin typeface="Aptos"/>
              </a:rPr>
              <a:t>Erkläre mit den Begriffen: Bitfolge · Codierung · Interpretation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