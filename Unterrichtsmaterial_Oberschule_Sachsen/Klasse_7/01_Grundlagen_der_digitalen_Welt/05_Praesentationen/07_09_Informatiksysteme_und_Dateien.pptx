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Informatiksysteme, Speicher und Dateien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Klasse 7 · Stunden 07–09 · Informatik im Alltag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Leitfrage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2800" b="1">
                <a:solidFill>
                  <a:srgbClr val="1F374E"/>
                </a:solidFill>
              </a:rPr>
              <a:t>Was muss zusammenarbeiten, damit ein Informatiksystem im Alltag nutzbar ist?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Informatiksystem im Blockbild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Eingabe → Verarbeitung → Ausgabe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Speicher ergänzt das EVAS-Modell.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Beispiele: Smartphone, Fahrkartenautomat, Schulcomputer.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Körperliche Bestandteile eines Informatiksystems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Beispiele: Prozessor, Arbeitsspeicher, SSD, Bildschirm, Tastatur, Sensoren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Technische Angaben immer auf die konkrete Aufgabe beziehen.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257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374E"/>
                </a:solidFill>
              </a:rPr>
              <a:t>Betriebssystem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verwaltet Hardware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stellt Grundfunktionen bereit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z. B. Windows, Linux, Android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5780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374E"/>
                </a:solidFill>
              </a:rPr>
              <a:t>Anwendungssoftware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löst konkrete Aufgaben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z. B. Browser, Textverarbeitung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Werkzeuge gezielt auswählen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Systembereitschaft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Gerät starten und anmelden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Netzwerkverbindung prüfen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Anwendung oder Online-Plattform öffnen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Fehlermeldungen zuerst lesen – dann gezielt handeln.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Lizenzformen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Kostenpflichtig oder kostenlos beschreibt den Preis.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Proprietär oder Open Source beschreibt die Nutzungs- und Änderungsrechte.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Nutzungsrechte bestimmen, was erlaubt 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Digitalisierung, Automatisierung, Vernetzung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Digitalisierung: Informationen digital erfassen und verarbeiten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Automatisierung: Abläufe werden selbstständig ausgeführt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Vernetzung: Geräte und Dienste tauschen Daten aus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Beispiele: Online-Fahrplan, Rechtschreibprüfung, Cloudspeicher, smarte Geräte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Speicherarten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257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374E"/>
                </a:solidFill>
              </a:rPr>
              <a:t>Flüchtig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Arbeitsspeicher (RAM)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Inhalt geht ohne Strom verloren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schnell für laufende Programme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5780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374E"/>
                </a:solidFill>
              </a:rPr>
              <a:t>Nichtflüchtig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SSD / USB-Stick / Netzlaufwerk / Cloud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Daten bleiben erhalten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Speicherort nach Zweck wählen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Speichereigenschaften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Kapazität: Wie viel passt hinein?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Zugriffszeit: Wie schnell sind Daten verfügbar?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Zuverlässigkeit und Mobilität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Kosten und Zugriffsrechte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Nicht jeder Speicherort ist für jede Aufgabe gleich gut geeignet.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Bit, Byte und Größenordnungen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Bit: zwei mögliche Zustände – 0 oder 1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1 Byte = 8 Bit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Dateigrößen sinnvoll einschätzen: Text &lt; Foto &lt; Video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Größenordnungen helfen beim Planen von Speicherbedarf und Übertragung.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Dateien und Dateitypen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Eine Datei speichert zusammengehörige Daten.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Der Dateityp hilft bei der Zuordnung zu passenden Anwendungen.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Die Dateiendung ist ein Hinweis – aber kein vollständiger Beweis für den Inhalt.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Beispiele: .txt, .jpg, .png, .pdf, .pptx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Ordner und Pfade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Ordner strukturieren Dateien.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Sinnvolle Namen erleichtern das Wiederfinden.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Ein Pfad beschreibt den Weg zu einer Datei.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Beispiel: Klasse_7 / Informatik / Aufgaben / Aufgabe_01.pdf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Dateioperationen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257800" cy="640080"/>
          </a:xfrm>
          <a:prstGeom prst="roundRect">
            <a:avLst/>
          </a:prstGeom>
          <a:solidFill>
            <a:srgbClr val="DCE6F1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374E"/>
                </a:solidFill>
              </a:rPr>
              <a:t>Kopieren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Original bleibt am Ausgangsort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zusätzliche Datei entsteht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geeignet für Sicherungen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257800" cy="640080"/>
          </a:xfrm>
          <a:prstGeom prst="roundRect">
            <a:avLst/>
          </a:prstGeom>
          <a:solidFill>
            <a:srgbClr val="F2F6F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1F374E"/>
                </a:solidFill>
              </a:rPr>
              <a:t>Verschieben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800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Datei wechselt den Ort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kein zusätzliches Exemplar</a:t>
            </a:r>
          </a:p>
          <a:p>
            <a:pPr>
              <a:spcAft>
                <a:spcPts val="1000"/>
              </a:spcAft>
              <a:defRPr sz="1900">
                <a:solidFill>
                  <a:srgbClr val="232323"/>
                </a:solidFill>
              </a:defRPr>
            </a:pPr>
            <a:r>
              <a:t>Ordnung im Dateisystem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Fehlermeldungen und Praxisfall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Anmeldung fehlgeschlagen → Zugangsdaten und Netzwerk prüfen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Datei nicht gefunden → Pfad, Dateiname und Speicherort prüfen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Keine Berechtigung → Zugriffsrechte beachten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Prüfschritte notieren und systematisch abarbeiten.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74E"/>
                </a:solidFill>
              </a:rPr>
              <a:t>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6355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E6E6E"/>
                </a:solidFill>
              </a:rPr>
              <a:t>07–09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2F6FA"/>
          </a:solidFill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2800" b="1">
                <a:solidFill>
                  <a:srgbClr val="1F374E"/>
                </a:solidFill>
              </a:rPr>
              <a:t>Informatiksysteme bestehen aus Hardware, Software, Daten, Speicher und Nutzung. Vernetzung, Rechte und Ordnung entscheiden mit, ob sie zuverlässig funktionieren.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