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Optionale Zusatzpräsentation. Quellen: https://www.bsi.bund.de · https://www.rfc-editor.org/rfc/rfc8446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Optionaler Zusatzblock. Erst Problem, dann Begriffe.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Mit einfacher Nachricht demonstrieren.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Geschwindigkeitsargument für HTTPS vorbereiten.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Kleine Zahlen nur als Modell.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Modulare Potenzierung nicht vollständig ausmultiplizieren.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Nicht behaupten, RSA verschlüssele den gesamten HTTPS-Datenstrom.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Quellenfolie. Quellenangaben sind für Lehrkraft/Weiterverwendung sichtbar.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Kryptografie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0175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FFFFFF"/>
                </a:solidFill>
              </a:rPr>
              <a:t>Optionale Vertiefung · Klasse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Leitfrage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0789920" cy="1234440"/>
          </a:xfrm>
          <a:prstGeom prst="roundRect">
            <a:avLst/>
          </a:prstGeom>
          <a:solidFill>
            <a:srgbClr val="E5ECF6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2C3C"/>
                </a:solidFill>
              </a:rPr>
              <a:t>Wie können Daten geschützt werden, wenn andere mitlesen könnten?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Grundbegriffe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Klartext ist lesbar.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Verschlüsselung erzeugt Geheimtext.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Entschlüsselung macht ihn wieder lesbar.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Ein Schlüssel steuert das Verfahren.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280160"/>
            <a:ext cx="4754880" cy="3291840"/>
          </a:xfrm>
          <a:prstGeom prst="rect">
            <a:avLst/>
          </a:prstGeom>
          <a:solidFill>
            <a:srgbClr val="FCFCFC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>
                <a:solidFill>
                  <a:srgbClr val="1E1E1E"/>
                </a:solidFill>
                <a:latin typeface="Consolas"/>
              </a:rPr>
              <a:t>Klartext: HALLO
   ↓ verschlüsseln
Geheimtext: KDOOR
   ↓ entschlüsseln
Klartext: HALLO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Symmetrisch und asymmetrisch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symmetrisch: ein gemeinsamer geheimer Schlüssel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schnell und geeignet für Datenverkehr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asymmetrisch: öffentlicher und privater Schlüssel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geeignet für Authentisierung und Schlüsselaushandlung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RSA an kleinen Zahlen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p = 5, q = 11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n = 55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φ(n) = 40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e = 3, d = 27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Beispiel ist didaktisch und unsicher.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234440"/>
            <a:ext cx="4754880" cy="3474720"/>
          </a:xfrm>
          <a:prstGeom prst="rect">
            <a:avLst/>
          </a:prstGeom>
          <a:solidFill>
            <a:srgbClr val="FCFCFC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>
                <a:solidFill>
                  <a:srgbClr val="1E1E1E"/>
                </a:solidFill>
                <a:latin typeface="Consolas"/>
              </a:rPr>
              <a:t>p=5, q=11
n=55
φ(n)=40
e=3
d=27, denn 3·27 ≡ 1 mod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RSA Beispiel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Nachricht m = 7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Verschlüsseln: c = 7³ mod 55 = 13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Entschlüsseln: m = 13²⁷ mod 55 = 7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Prinzip statt Sicherheit.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120640" cy="2743200"/>
          </a:xfrm>
          <a:prstGeom prst="rect">
            <a:avLst/>
          </a:prstGeom>
          <a:solidFill>
            <a:srgbClr val="FCFCFC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>
                <a:solidFill>
                  <a:srgbClr val="1E1E1E"/>
                </a:solidFill>
                <a:latin typeface="Consolas"/>
              </a:rPr>
              <a:t>m = 7
c = m^e mod n = 7^3 mod 55 = 13
m = c^d mod n = 13^27 mod 55 =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HTTPS und TLS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HTTPS = Hypertext Transfer Protocol Secure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TLS = Transport Layer Security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SSL ist ältere Technik/Bezeichnung.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Asymmetrisch für sicheren Aufbau, symmetrisch für schnellen Datenverkehr.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554480"/>
            <a:ext cx="5120640" cy="2560320"/>
          </a:xfrm>
          <a:prstGeom prst="rect">
            <a:avLst/>
          </a:prstGeom>
          <a:solidFill>
            <a:srgbClr val="FCFCFC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>
                <a:solidFill>
                  <a:srgbClr val="1E1E1E"/>
                </a:solidFill>
                <a:latin typeface="Consolas"/>
              </a:rPr>
              <a:t>1. Zertifikat / Public-Key-Kryptografie
2. Sitzungsschlüssel aushandeln
3. Datenverkehr symmetrisch schützen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Grafik: eigene Darstellung · TLS 1.3: https://www.rfc-editor.org/rfc/rfc8446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Quellen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BSI: https://www.bsi.bund.de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IETF RFC 8446 – TLS 1.3: https://www.rfc-editor.org/rfc/rfc8446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Sächsischer Lehrplan Oberschule Informatik, Klassenstufe 8: https://www.schulportal.sachsen.de/lplandb/lehrplan/514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Beispiele und Grafiken: eigene Darstellung.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Quellenangaben · Grafiken: eigene Darstellung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