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Robot Karol als didaktisch reduzierte Programmierumgebung. Quellen: https://www.schule.bayern.de/karol · Lehrplan: https://www.schulportal.sachsen.de/lplandb/lehrplan/514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Leitfragenkasten bleibt frei; Grafik darunter. Algorithmus und Programm unterscheiden.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Keine feste Startrichtung behaupten. Optional einen Kompass an der Tafel ergänzen.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Befehle einzeln demonstrieren. Vor jedem Ausführen Ergebnis vorhersagen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Struktogramm ausführlich erklären. Reihenfolge: Idee/Algorithmus → Struktogramm →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Erst Problem zeigen, dann Lösung. Schüler sollen das Muster selbst benennen.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Konkrete Beispiellösung zeigen. Syntax an die verwendete Robot-Karol-Version anpassen, falls diese abweicht.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 und Struktogramm gemeinsam lesen. Danach Schüler vorhersagen lassen, was bei Seitenlänge 6 geändert wird.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Als Lifecycle darstellen. Immer nur eine gezielte Änderung durchführen, danach erneut testen und vergleichen.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Ausgangslage und erwartetes Verhalten immer gemeinsam formulieren. Schüler sollen Testfälle nicht nur benennen, sondern begründen.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Quellenfolie. Keine internen Repository-, Branch- oder Markdown-Verweise in der Schülerpräsentation.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Robot Karol Einstieg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FFFFFF"/>
                </a:solidFill>
              </a:rPr>
              <a:t>Klasse 8 · praktische Algorithmik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Leitfrage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41732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374E"/>
                </a:solidFill>
              </a:rPr>
              <a:t>Wie wird aus einem Algorithmus ein ausführbares Programm?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0" y="324612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69480" y="324612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09560" y="324612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49640" y="324612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9400" y="388620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69480" y="388620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388620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49640" y="388620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29400" y="4526279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69480" y="4526279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560" y="4526279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49640" y="4526279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29400" y="5166359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69480" y="5166359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5166359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49640" y="5166359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23560" y="3840480"/>
            <a:ext cx="731520" cy="73152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F374E"/>
                </a:solidFill>
              </a:rPr>
              <a:t>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Die Karol-Welt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Karol bewegt sich auf Kacheln.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Wände, Ziegel und Marken können Teil der Welt sein.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Karol besitzt eine Position und eine Blickrichtung.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Die Blickrichtung kann mit Norden, Osten, Süden und Westen beschrieben werden; sie hängt von der Welt ab.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0" y="128016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69480" y="128016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09560" y="128016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49640" y="128016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9400" y="1920239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69480" y="1920239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1920239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49640" y="1920239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29400" y="256032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69480" y="256032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560" y="256032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49640" y="256032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29400" y="3200399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69480" y="3200399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3200399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49640" y="3200399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23560" y="1874519"/>
            <a:ext cx="731520" cy="73152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F374E"/>
                </a:solidFill>
              </a:rPr>
              <a:t>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Grundbefehle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Schritt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LinksDrehen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Hinlegen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Aufheben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MarkeSetzen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325880"/>
            <a:ext cx="4389120" cy="3383280"/>
          </a:xfrm>
          <a:prstGeom prst="rect">
            <a:avLst/>
          </a:prstGeom>
          <a:solidFill>
            <a:srgbClr val="FAFA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>
                <a:solidFill>
                  <a:srgbClr val="232323"/>
                </a:solidFill>
                <a:latin typeface="Consolas"/>
              </a:rPr>
              <a:t>Schritt
LinksDrehen
Hinlegen
Aufheben
MarkeSetzen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Vom Algorithmus zum Struktogramm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Struktogramm = grafische Darstellung eines Algorithmus.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Blöcke zeigen Sequenz, Wiederholung und später Bedingungen.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Danach wird der Ablauf in Karol-Code übertragen.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029200" cy="566928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4E"/>
                </a:solidFill>
              </a:rPr>
              <a:t>3-mal wiederholen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59" y="1828800"/>
            <a:ext cx="438912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4E"/>
                </a:solidFill>
              </a:rPr>
              <a:t>Schritt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468880"/>
            <a:ext cx="5029200" cy="566928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4E"/>
                </a:solidFill>
              </a:rPr>
              <a:t>LinksDrehen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Problem: zehn gleiche Schritte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Zehnmal „Schritt“ zu schreiben ist lang und fehleranfällig.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Wir erkennen ein wiederkehrendes Muster.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Dafür gibt es eine Wiederholung.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0" y="1143000"/>
            <a:ext cx="4114800" cy="4389120"/>
          </a:xfrm>
          <a:prstGeom prst="rect">
            <a:avLst/>
          </a:prstGeom>
          <a:solidFill>
            <a:srgbClr val="FAFA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232323"/>
                </a:solidFill>
                <a:latin typeface="Consolas"/>
              </a:rPr>
              <a:t>Schritt
Schritt
Schritt
Schritt
Schritt
Schritt
Schritt
Schritt
Schritt
Schritt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Lösung: Wiederholung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Die Anzahl ist vorher bekannt: 10 Schritte.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Der Wiederholungsblock wird genau zehnmal ausgeführt.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Der Code wird kürzer und leichter änderbar.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463040"/>
            <a:ext cx="4754880" cy="2194560"/>
          </a:xfrm>
          <a:prstGeom prst="rect">
            <a:avLst/>
          </a:prstGeom>
          <a:solidFill>
            <a:srgbClr val="FAFA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>
                <a:solidFill>
                  <a:srgbClr val="232323"/>
                </a:solidFill>
                <a:latin typeface="Consolas"/>
              </a:rPr>
              <a:t>wiederhole 10 mal
    Schritt
*wiederhole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Quadrat mit Wiederholung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Ein Quadrat hat vier Seiten.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Für jede Seite wiederholt sich derselbe Ablauf.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Die Seitenlänge kann ebenfalls durch eine Wiederholung erzeugt werden.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234440"/>
            <a:ext cx="5029200" cy="4023360"/>
          </a:xfrm>
          <a:prstGeom prst="rect">
            <a:avLst/>
          </a:prstGeom>
          <a:solidFill>
            <a:srgbClr val="FAFA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>
                <a:solidFill>
                  <a:srgbClr val="232323"/>
                </a:solidFill>
                <a:latin typeface="Consolas"/>
              </a:rPr>
              <a:t>wiederhole 4 mal
    wiederhole 4 mal
        Schritt
    *wiederhole
    LinksDrehen
*wiederhole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Fehler sind Informationen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Beobachten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Eingrenzen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gezielt ändern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Testen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danach beginnt der Zyklus bei Bedarf erneut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051560"/>
            <a:ext cx="1463040" cy="54864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374E"/>
                </a:solidFill>
              </a:rPr>
              <a:t>Beobachten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2560320"/>
            <a:ext cx="1463040" cy="54864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374E"/>
                </a:solidFill>
              </a:rPr>
              <a:t>Eingrenzen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4069080"/>
            <a:ext cx="1463040" cy="54864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374E"/>
                </a:solidFill>
              </a:rPr>
              <a:t>Ändern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560320"/>
            <a:ext cx="1463040" cy="54864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374E"/>
                </a:solidFill>
              </a:rPr>
              <a:t>Testen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2514600"/>
            <a:ext cx="1645920" cy="640080"/>
          </a:xfrm>
          <a:prstGeom prst="roundRect">
            <a:avLst/>
          </a:prstGeom>
          <a:solidFill>
            <a:srgbClr val="E2EFD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4E"/>
                </a:solidFill>
              </a:rPr>
              <a:t>Programm
verbessern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Konkrete Testfälle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3 freie Kacheln bis zur Wand: bleibt Karol rechtzeitig stehen?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Wand direkt vor Karol: wird kein ungültiger Schritt ausgeführt?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6 freie Kacheln: funktioniert derselbe Algorithmus ohne Änderung?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0" y="137160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69480" y="137160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09560" y="137160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49640" y="137160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9400" y="201168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69480" y="201168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201168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49640" y="201168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29400" y="265176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69480" y="265176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560" y="265176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49640" y="2651760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29400" y="3291839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69480" y="3291839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3291839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49640" y="3291839"/>
            <a:ext cx="603504" cy="603504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23560" y="1965960"/>
            <a:ext cx="731520" cy="73152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F374E"/>
                </a:solidFill>
              </a:rPr>
              <a:t>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Quellen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</a:defRPr>
            </a:pPr>
            <a:r>
              <a:t>Robot Karol: https://www.schule.bayern.de/karol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</a:defRPr>
            </a:pPr>
            <a:r>
              <a:t>Sächsischer Lehrplan Oberschule Informatik, Klassenstufe 8: https://www.schulportal.sachsen.de/lplandb/lehrplan/514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</a:defRPr>
            </a:pPr>
            <a:r>
              <a:t>Grafiken und Struktogramme: eigene didaktische Darstellung.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Quellenangaben · Grafiken: eigene Darstellung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