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Quellen: https://www.schule.bayern.de/karol ·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Leitfragenkasten bleibt frei; Karol-Grafik darunter.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 je nach Karol-Version: IstWand, IstZiegel, IstMarke. Lehrerhinweis: if wertet Bedingungen wahr/falsch aus; switch/case ist eine Mehrfachauswahl anhand eines Wertes und wird hier nicht benötigt.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und Struktogramm nebeneinander lesen. Schüler sollen für zwei Welten vorhersagen, welcher Zweig ausgeführt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Robot-Karol-Beispiele konkret vergleichen. Fachlich präzisieren: Auch feste Wiederholungen haben intern eine Abbruchlogik; didaktisch unterscheiden wir vorab bekannte Anzahl vs. problemsituationsabhängige Fortsetzung.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Arbeitsblatt: Code markieren, Struktogramm lesen, 4×4-Muster planen. Nicht nur Begriff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Bewusst schlecht eingerückten und sauber eingerückten Code vergleichen. Schüler erklären, welche Version schneller lesbar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Dekomposition konkret am Karol-Muster zeigen. Fachbegriff Dekomposition kann in den Lehrerhinweisen genannt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Zentrale Fehlvorstellung: Nur weil die Definition oben steht, wird sie nicht automatisch ausgeführt. Konkrete Syntax der eingesetzten Karol-Version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Frage: Wie viele Ziegel werden gelegt, wenn ReiheBauen zwar definiert, aber nie aufgerufen wird? Antwort: keine.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Wartbarkeit altersgerecht erklären: Ändert sich die Reihenlänge, wird die Definition einmal angepasst; alle Aufrufstellen verwenden die neue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nicht erneut vollständig einführen, sondern bekannten Lifecycle auf Methoden/Unterprogramme anwenden.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Keine internen Repository-, Branch- oder Markdown-Verweise in der Schülerpräsentation.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Robot Karol: Bedingungen und Unterprogramme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praktische Algorithmik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74E"/>
                </a:solidFill>
              </a:rPr>
              <a:t>Wie kann Karol auf unterschiedliche Situationen reagieren und Programmteile wiederverwenden?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48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0" y="3840480"/>
            <a:ext cx="73152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74E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Sensorfragen als Bedingungen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Sensorfragen liefern Informationen über Karols Umgebung.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hier verwendeten Sensorfragen liefern WAHR oder FALSCH (JA oder NEIN).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Dadurch können sie direkt als Bedingungen verwendet werden.</a:t>
            </a:r>
          </a:p>
        </p:txBody>
      </p:sp>
      <p:sp>
        <p:nvSpPr>
          <p:cNvPr id="5" name="Diamond 4"/>
          <p:cNvSpPr/>
          <p:nvPr/>
        </p:nvSpPr>
        <p:spPr>
          <a:xfrm>
            <a:off x="7680960" y="1280160"/>
            <a:ext cx="2011680" cy="1280160"/>
          </a:xfrm>
          <a:prstGeom prst="diamond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Bedingung?</a:t>
            </a:r>
          </a:p>
          <a:p>
            <a:r>
              <a:t>WAHR / FALSCH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154680"/>
            <a:ext cx="192024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DANN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3154680"/>
            <a:ext cx="1920240" cy="640080"/>
          </a:xfrm>
          <a:prstGeom prst="roundRect">
            <a:avLst/>
          </a:prstGeom>
          <a:solidFill>
            <a:srgbClr val="F8CBAD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74E"/>
                </a:solidFill>
              </a:rPr>
              <a:t>SONST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WENN – DANN – SONST mit Karol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Karol prüft zuerst die Bedingung.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WAHR: DANN-Zweig wird ausgeführt.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FALSCH: SONST-Zweig wird ausgeführt.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25880"/>
            <a:ext cx="4846320" cy="310896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232323"/>
                </a:solidFill>
                <a:latin typeface="Consolas"/>
              </a:rPr>
              <a:t>wenn IstWand dann
    LinksDrehen
sonst
    Schritt
*wenn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Feste vs. bedingte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Fest: „Gehe genau 5 Felder.“ → Anzahl ist bekannt.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Bedingt: „Gehe bis zur Wand.“ → Bedingung entscheidet.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Merksatz: Fest = Wie oft?  Bedingt = Wie lange?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02920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232323"/>
                </a:solidFill>
                <a:latin typeface="Consolas"/>
              </a:rPr>
              <a:t>FEST:
wiederhole 5 mal
    Schritt
*wiederhole
BEDINGT:
solange NichtIstWand
    Schritt
*solange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Verschachtelung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Kontrollstruktur kann innerhalb einer anderen liegen.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Schleife in Schleife: z. B. mehrere Reihen mit mehreren Ziegeln.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Bedingung in Schleife: z. B. beim Laufen jedes Feld prüfen.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Einrückung zeigt, was zusammengehört.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566928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4-mal wiederholen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1828800"/>
            <a:ext cx="43891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4-mal wiederholen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468880"/>
            <a:ext cx="3749039" cy="566928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Hinlegen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108960"/>
            <a:ext cx="3749039" cy="566928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Schritt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59" y="3749040"/>
            <a:ext cx="43891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Reihenwechsel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Wie machen wir Programme übersichtlich?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Einrückungen zeigen die Struktur.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Wiederholte Befehlsgruppen werden als Teilaufgabe erkannt.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Teilaufgaben können einen Namen erhalten.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34440"/>
            <a:ext cx="4937760" cy="384048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232323"/>
                </a:solidFill>
                <a:latin typeface="Consolas"/>
              </a:rPr>
              <a:t>solange NichtIstWand
    wenn IstZiegel
        Aufheben
    sonst
        Schritt
    *wenn
*solange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Teilprobleme bilden – Beispiel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Aufgabe: drei Reihen mit je vier Ziegeln bauen.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Teilproblem 1: eine Reihe bauen.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Teilproblem 2: zur nächsten Reihe wechseln.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Teilproblem 3: beide Teilaufgaben passend wiederholen.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32588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32588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32588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32588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96596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96596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96596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96596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606039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606039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606039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606039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324612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24612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324612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3246120"/>
            <a:ext cx="603504" cy="603504"/>
          </a:xfrm>
          <a:prstGeom prst="rect">
            <a:avLst/>
          </a:prstGeom>
          <a:solidFill>
            <a:srgbClr val="F8CBA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920240"/>
            <a:ext cx="73152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74E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Eigene Anweisungen definieren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Eine Befehlsfolge erhält einen eigenen Namen.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Definition beschreibt, was die Anweisung tut.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Definition allein führt die Befehle noch nicht aus.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43000"/>
            <a:ext cx="5212080" cy="411480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232323"/>
                </a:solidFill>
                <a:latin typeface="Consolas"/>
              </a:rPr>
              <a:t>Anweisung ReiheBauen
    wiederhole 4 mal
        Hinlegen
        Schritt
    *wiederhole
*Anweisung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Definition ≠ Aufruf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Erst ein Aufruf führt die definierte Anweisung aus.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Einmal definieren – beliebig oft aufrufen.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Definition muss nicht für jeden Aufruf neu geschrieben werden.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17320"/>
            <a:ext cx="4663440" cy="283464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>
                <a:solidFill>
                  <a:srgbClr val="232323"/>
                </a:solidFill>
                <a:latin typeface="Consolas"/>
              </a:rPr>
              <a:t>ReiheBauen
LinksDrehen
ReiheBauen
LinksDrehen
ReiheBauen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Warum Wiederverwendung?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weniger kopierter Code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Änderung nur an einer Stelle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übersichtlicheres Hauptprogramm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Teilaufgaben lassen sich einzeln testen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34440"/>
            <a:ext cx="4846320" cy="39319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232323"/>
                </a:solidFill>
                <a:latin typeface="Consolas"/>
              </a:rPr>
              <a:t>Anweisung ReiheBauen
    wiederhole 6 mal
        ...
    *wiederhole
*Anweisung
ReiheBauen
ReiheBauen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Beim Testen: bekannten Zyklus anwenden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Beobachten → Eingrenzen → Ändern → Testen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Beispiel: In der zweiten Reihe fehlt ein Ziegel.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Frage: Welche Teilaufgabe würdest du zuerst prüfen?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051560"/>
            <a:ext cx="1463040" cy="5486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560320"/>
            <a:ext cx="146304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4069080"/>
            <a:ext cx="1463040" cy="5486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560320"/>
            <a:ext cx="146304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514600"/>
            <a:ext cx="164592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Programm
verbessern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Robot Karol: https://www.schule.bayern.de/karol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Grafiken, Codebeispiele und Struktogramme: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