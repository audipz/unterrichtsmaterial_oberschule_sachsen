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Titelgrafik vollständig aus PowerPoint-Formen. Keine externe Bildquelle.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Entscheidung aus Algorithmik reaktivieren. In Scratch: wenn / sonst.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Bedingungen liefern einen Wahrheitswert. Sie sind Fragen, die das Programm auswerten kann.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Quiz-Beispiel nutzen. Lösung nicht zu früh zeigen, sondern mit einem einfachen Beispiel entwickeln.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Testfälle gezielt planen. Wichtig: Nicht nur den Lieblingsfall testen, sondern auch falsche und unerwartete Eingaben.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Wiederholung als Algorithmusstruktur: gleiche oder ähnliche Schritte müssen nicht mehrfach kopiert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 dem Ausführen vorhersagen lassen. Bei Fehlern Startposition, Drehwinkel und Reihenfolge prüfen.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Anwendungsfälle vergleichen. Endlosschleifen sind nicht immer Fehler, aber müssen bewusst eingesetzt werden, z. B. in Spielen.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Punktestand als Einstieg. Wichtig: Variable ist nicht ein Kasten auf dem Bildschirm, sondern ein Name für einen gespeicherten Wert.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Typischer Fehler: Punktestand wird beim Neustart nicht zurückgesetzt. Deshalb zu Beginn klare Startwerte setzen.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Wichtige Unterscheidung: ändern um vs. setzen auf. Das ist ein häufiger Schülerfehler bei Punkteständen.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jeden Block isoliert sehen. Schüler sollen erklären, welche Struktur welchen Zweck erfüllt.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Fehlerbilder mit Debugging-Zyklus verbinden. Schüler sollen Ursache statt Symptom benennen.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fertige Lösung zeigen. Erweiterung: weitere Fragen, Schwierigkeitsstufen oder Wiederholung bis zu einer Punktzahl.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Drei Begriffe in eigenen Worten erklären lassen. Falls Zeit: kleines Skript zeigen und die Strukturen markieren.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zur Projektphase und zum Kompetenzcheck.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Scratch – Strukturen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9E6"/>
                </a:solidFill>
                <a:latin typeface="Aptos"/>
              </a:rPr>
              <a:t>Bedingungen, Schleifen und Variablen sinnvoll einsetzen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23160"/>
            <a:ext cx="224028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wenn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2423160"/>
            <a:ext cx="224028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51460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sonst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23160"/>
            <a:ext cx="224028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51460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wiederhole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2423160"/>
            <a:ext cx="224028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51460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Abläufe verstehen · Programme planen · systematisch testen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Leitfrage Bedingung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03784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973836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Wie kann ein Programm
unterschiedliche Wege wählen?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Wahr oder falsch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13258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39" y="1435607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Taste gedrückt?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19385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wahr oder falsch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3258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6179" y="1435607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Punkte &gt; 10?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187" y="19385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wahr oder falsch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" y="31546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39" y="326440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Rand berührt?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047" y="37673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wahr oder falsch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1587" y="31546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326440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9E37"/>
                </a:solidFill>
                <a:latin typeface="Aptos"/>
              </a:rPr>
              <a:t>Antwort = „Berlin“?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187" y="37673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wahr oder falsch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wenn / sonst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1874519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1920239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069AA"/>
                </a:solidFill>
                <a:latin typeface="Aptos"/>
              </a:rPr>
              <a:t>Frage stellen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4903" y="228600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3815" y="1874519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6967" y="1920239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75559B"/>
                </a:solidFill>
                <a:latin typeface="Aptos"/>
              </a:rPr>
              <a:t>Antwort prüfen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6391" y="228600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303" y="1874519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8455" y="1920239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E8A68"/>
                </a:solidFill>
                <a:latin typeface="Aptos"/>
              </a:rPr>
              <a:t>wenn richtig: Punkt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7879" y="228600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6791" y="1874519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9943" y="1920239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B9E37"/>
                </a:solidFill>
                <a:latin typeface="Aptos"/>
              </a:rPr>
              <a:t>sonst: Hinweis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75559B"/>
                </a:solidFill>
                <a:latin typeface="Aptos"/>
              </a:rPr>
              <a:t>Die Bedingung entscheidet, welcher Zweig ausgeführt wird.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Testfälle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1691640"/>
            <a:ext cx="3383279" cy="1828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39" y="180136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richtige Eingabe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2304288"/>
            <a:ext cx="2926079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Erwartung: Punkt steigt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207" y="1691640"/>
            <a:ext cx="3383279" cy="1828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8799" y="180136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falsche Eingabe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807" y="2304288"/>
            <a:ext cx="2926079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Erwartung: kein Punkt / Hinweis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8967" y="1691640"/>
            <a:ext cx="3383279" cy="1828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3559" y="180136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unerwartete Eingabe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7567" y="2304288"/>
            <a:ext cx="2926079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z. B. Leerzeichen, Groß-/Kleinschreibung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Warum Schleifen?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03784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973836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Wie vermeiden wir zehn gleiche Blöcke?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wiederhole n-mal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1874519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1920239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069AA"/>
                </a:solidFill>
                <a:latin typeface="Aptos"/>
              </a:rPr>
              <a:t>wiederhole 4-mal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4903" y="228600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3815" y="1874519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6967" y="1920239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75559B"/>
                </a:solidFill>
                <a:latin typeface="Aptos"/>
              </a:rPr>
              <a:t>gehe 100 Schritte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6391" y="228600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303" y="1874519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8455" y="1920239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E8A68"/>
                </a:solidFill>
                <a:latin typeface="Aptos"/>
              </a:rPr>
              <a:t>drehe 90°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7879" y="228600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6791" y="1874519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9943" y="1920239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B9E37"/>
                </a:solidFill>
                <a:latin typeface="Aptos"/>
              </a:rPr>
              <a:t>Quadrat fertig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E8A68"/>
                </a:solidFill>
                <a:latin typeface="Aptos"/>
              </a:rPr>
              <a:t>Vier gleiche Seiten + vier rechte Winkel ergeben ein Quadrat.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fortlaufend oder bis?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1691640"/>
            <a:ext cx="3383279" cy="19202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39" y="180136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fortlaufend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2304288"/>
            <a:ext cx="2926079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läuft ohne eigenes Ende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207" y="1691640"/>
            <a:ext cx="3383279" cy="19202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8799" y="180136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bis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807" y="2304288"/>
            <a:ext cx="2926079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stoppt bei einer Bedingung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8967" y="1691640"/>
            <a:ext cx="3383279" cy="19202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3559" y="180136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n-mal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7567" y="2304288"/>
            <a:ext cx="2926079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feste Anzahl von Wiederholungen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Variable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969264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Eine Variable ist ein benannter Speicherplatz
für einen veränderlichen Wert.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Initialisieren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205740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210312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Spiel startet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5399" y="246888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4311" y="205740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7463" y="210312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setze Punkte auf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7383" y="246888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295" y="205740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447" y="210312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erste Frage beginnt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C2D44"/>
                </a:solidFill>
                <a:latin typeface="Aptos"/>
              </a:rPr>
              <a:t>Initialisieren heißt: einen definierten Startwert setzen.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Verändern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205740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210312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Treffer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5399" y="246888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4311" y="205740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7463" y="210312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ändere Punkte um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7383" y="246888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295" y="205740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447" y="210312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Anzeige aktualisiert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94945"/>
                </a:solidFill>
                <a:latin typeface="Aptos"/>
              </a:rPr>
              <a:t>Achtung: „ändere um 1“ addiert.
„setze auf 1“ überschreibt.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Alles kombinieren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1874519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1920239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069AA"/>
                </a:solidFill>
                <a:latin typeface="Aptos"/>
              </a:rPr>
              <a:t>Ereignis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2606" y="228600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1518" y="1874519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4670" y="1920239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75559B"/>
                </a:solidFill>
                <a:latin typeface="Aptos"/>
              </a:rPr>
              <a:t>Schleife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1796" y="228600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0708" y="1874519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3860" y="1920239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E8A68"/>
                </a:solidFill>
                <a:latin typeface="Aptos"/>
              </a:rPr>
              <a:t>Bedingung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0986" y="228600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9898" y="1874519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3050" y="1920239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EB9E37"/>
                </a:solidFill>
                <a:latin typeface="Aptos"/>
              </a:rPr>
              <a:t>Variable ändern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0177" y="228600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29089" y="1874519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02241" y="1920239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B94945"/>
                </a:solidFill>
                <a:latin typeface="Aptos"/>
              </a:rPr>
              <a:t>Ausgabe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77639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C2D44"/>
                </a:solidFill>
                <a:latin typeface="Aptos"/>
              </a:rPr>
              <a:t>Ein Programm besteht oft aus mehreren bekannten Strukturen.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Typische Fehler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13258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39" y="1435607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Variable nicht initialisiert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19385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Startwert fehlt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3258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6179" y="1435607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Bedingung nie wahr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187" y="19385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Vergleich falsch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" y="31546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39" y="326440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Endlosschleife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047" y="37673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Abbruch fehlt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1587" y="31546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326440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9E37"/>
                </a:solidFill>
                <a:latin typeface="Aptos"/>
              </a:rPr>
              <a:t>falscher Zweig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187" y="37673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wenn/sonst vertauscht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Übungsauftrag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03784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973836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Baue ein Mini-Quiz mit Punktestand.
Mindestens 2 Fragen und eine Entscheidung.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Sicherung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69264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1C2D44"/>
                </a:solidFill>
                <a:latin typeface="Aptos"/>
              </a:rPr>
              <a:t>Bedingung entscheidet.
Schleife wiederholt.
Variable merkt sich einen Wert.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Ausblick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03784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973836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Können wir ein Programm selbst planen,
testen und erklären?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