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Lehrplanbezug: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automatische Beleuchtung anknüpfen.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an Gegenständen im Raum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Unterschied mit Ampel vs. Thermostat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Hysterese als Erweiterung: Ein- und Ausschaltgrenze unterscheiden.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Wahlbereich: Steuern und Regeln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Sensoren, Aktoren, Steuerung, Regelung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können Informatiksysteme auf ihre Umwelt reagieren?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Sensoren und Aktoren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Sensor erfasst einen Zustand.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Aktor wirkt auf die Umwelt.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Beispiel: Helligkeitssensor und Lampe.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Datenfluss: messen → entscheiden → schalten.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Sensorwert messen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92807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Grenzwert prüfen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05456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Lampe schalten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Steuerung oder Regelung?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Steuerung: Ausgabe nach Eingabe und Programm.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Regelung: Rückmeldung wird erneut berücksichtigt.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 Heizung: Temperatur messen, vergleichen, nachregeln.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Regelung hat einen Kreis.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6304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Beobachten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46304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Eingrenzen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38328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38328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Testen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743200"/>
            <a:ext cx="2011680" cy="59436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Debugging-Zyklus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Praxisauftrag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Automatische Beleuchtung entwerfen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Grenzwert festlegen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Algorithmus als Pseudocode oder Struktogramm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Verbesserung gegen Flackern ergänzen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4754880" cy="283464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1E1E1E"/>
                </a:solidFill>
                <a:latin typeface="Consolas"/>
              </a:rPr>
              <a:t>wenn helligkeit &lt; 300 dann
    lampeEin
sonst
    lampeAus
*wenn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 und Grafiken: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