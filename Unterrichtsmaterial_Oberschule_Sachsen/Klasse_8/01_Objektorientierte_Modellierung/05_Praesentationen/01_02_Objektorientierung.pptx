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auf Klasse 7 aufbauen. Lehrplan: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Objekte aus der Lebenswelt sammeln; Fachbegriffe erst nach Beispielen einführen.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Eigenschaft und Wert trennen. Nicht mit Klasse starten.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Bauplanmetapher nutzen, aber nicht überdehnen.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Fehlvorstellung Definition=Ausführung vorbereiten.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Partnerarbeit; als Sicherung Objektkarten vergleichen.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Objekte, Klassen, Attribute, Methoden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voraussetzungsfreier Einstieg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kann ein Computer ähnliche Dinge eindeutig beschreiben?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7808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74736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07808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74736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7808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324612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Objekt, Attribut, Attributwert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Objekt: ein konkretes einzelnes Ding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Attribut: benannte Eigenschaft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Attributwert: aktueller Wert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Beispiel: fahrrad1.farbe = rot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011680" cy="73152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Fahrrad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371600"/>
            <a:ext cx="2011680" cy="73152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Fahrrad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68880"/>
            <a:ext cx="2011680" cy="54864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farbe = 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468880"/>
            <a:ext cx="2011680" cy="54864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farbe = blau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749039"/>
            <a:ext cx="2011680" cy="73152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02C3C"/>
                </a:solidFill>
              </a:rPr>
              <a:t>Klasse
Fahrrad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Klasse als Bauplan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Eine Klasse beschreibt gleichartige Objekte.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Sie legt typische Attribute fest.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Sie beschreibt mögliche Methoden.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Objekte sind konkrete Ausprägungen.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554480"/>
            <a:ext cx="3840480" cy="246888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Klasse Fahrrad
Attribute: farbe, gaenge
Methoden: bremsen(), schalten()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Methoden beschreiben Verhalten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Attribute beschreiben Zustand.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Methoden beschreiben Aktionen.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Methoden können Werte ändern.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Ausgeführt wird eine Methode erst beim Aufruf.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17320"/>
            <a:ext cx="4754880" cy="320040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1E1E1E"/>
                </a:solidFill>
                <a:latin typeface="Consolas"/>
              </a:rPr>
              <a:t>Definition:
einschalten()
Aufrufe:
einschalten()
einschalten()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Objektkarte erstellen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Wähle ein Alltagsobjekt.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Notiere Klasse und drei Attribute mit Werten.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Notiere zwei sinnvolle Methoden.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Erkläre Zustand und Verhalten.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54480"/>
            <a:ext cx="4297680" cy="28346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02C3C"/>
                </a:solidFill>
              </a:rPr>
              <a:t>Objektkarte
Klasse: Smartphone
farbe = schwarz
speicher = 128 GB
Methoden: fotografieren(), entsperren()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 und Grafiken: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