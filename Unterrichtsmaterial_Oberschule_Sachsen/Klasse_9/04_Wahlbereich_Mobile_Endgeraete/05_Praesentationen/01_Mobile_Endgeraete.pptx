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Einstieg: Vorwissen aktivieren, Begriffe nicht voraussetzen. Die Leitfrage zuerst von den Lernenden beantworten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Bauteile nicht isoliert aufzählen; jeweils Funktion und entstehende Daten verbinden.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Keine unnötigen technischen Detailwerte verlangen.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Taschenlampen-Fallbeispiel verwenden.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Datenschutz und technische Sicherheit unterscheiden, aber zusammen betrachten.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Keine pauschale Aussage „Cookies sind schlecht“; Zweck und Umfang unterscheiden.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Mobile Endgeräte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3464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FFFFFF"/>
                </a:solidFill>
              </a:rPr>
              <a:t>Klasse 9 · Wahlbereich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Was steckt im Smartphone?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Akku, Prozessor, Speicher und Display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Kameras und Sensoren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WLAN, Bluetooth und Mobilfunk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325880"/>
            <a:ext cx="429768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Sensoren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194560"/>
            <a:ext cx="4297680" cy="59436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Verarbeitung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063239"/>
            <a:ext cx="429768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Funk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931920"/>
            <a:ext cx="4297680" cy="59436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Grafik: eigene didaktische Darstellung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Sensoren und Daten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Bewegung/Lage für Bildschirmdrehung und Bewegungserkennung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Umgebungslicht für Helligkeitsanpassung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Standortbestimmung kombiniert je nach Situation mehrere Informationsquellen.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Grafik: eigene didaktische Darstellung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Apps und Berechtigungen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Berechtigungen erlauben Zugriff auf Funktionen oder Daten.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Zugriff sollte zum Zweck der App passen.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Zusatzfunktionen können zusätzliche Berechtigungen erklären.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Grafik: eigene didaktische Darstellung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Datenschutz und Datensicherheit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Berechtigungen prüfen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Updates installieren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vertrauenswürdige Quellen nutzen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persönliche Angaben begrenzen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Grafik: eigene didaktische Darstellung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74E"/>
                </a:solidFill>
              </a:rPr>
              <a:t>Cookies, Werbung und Rechte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Cookies können Zustände/Informationen im Browser speichern.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Tracking und personalisierte Werbung können Nutzungsverhalten auswerten.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Persönlichkeits- und Urheberrechte gelten auch mobil.</a:t>
            </a:r>
          </a:p>
          <a:p>
            <a:pPr>
              <a:spcAft>
                <a:spcPts val="900"/>
              </a:spcAft>
              <a:defRPr sz="1900">
                <a:solidFill>
                  <a:srgbClr val="232323"/>
                </a:solidFill>
              </a:defRPr>
            </a:pPr>
            <a:r>
              <a:t>Netiquette hilft bei respektvoller Kommunikation.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96969"/>
                </a:solidFill>
              </a:rPr>
              <a:t>Grafik: eigene didaktische Darstellung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