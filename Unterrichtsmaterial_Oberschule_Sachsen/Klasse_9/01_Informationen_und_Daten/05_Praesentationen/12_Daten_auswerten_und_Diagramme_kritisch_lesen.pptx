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Daten auswerten und Diagramme kritisch lesen.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Daten auswerten und Diagramme kritisch lesen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Vom Datensatz zum Diagramm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Rohdaten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0126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filtern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4180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zählen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8235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zusammenfassen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2289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Diagramm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1E242A"/>
                </a:solidFill>
                <a:latin typeface="Aptos"/>
              </a:rPr>
              <a:t>Vor dem Diagramm liegen bereits Entscheidungen über Auswahl und Verarbeitung.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Schulweg – Zusammenfassung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3540"/>
                <a:gridCol w="5463540"/>
              </a:tblGrid>
              <a:tr h="71323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Verkehrsmittel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Anzahl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Bus/Bahn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Fahrrad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zu Fuß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Auto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Diese Häufigkeiten können Grundlage eines Diagramms sein.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 Diagramm prüfen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Herkunft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Woher stammen die Daten?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Auswahl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Was wurde ein-/ausgeschlossen?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47218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1892807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Was wurde berechnet?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Darstellung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Achse, Farben, Diagrammart?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4747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3621024"/>
            <a:ext cx="309981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041648"/>
            <a:ext cx="309981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Was wird behauptet?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Auch korrekte Zahlen können täuschen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Achsen können Unterschiede übertreiben.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Farben lenken Aufmerksamkeit und können manipulativ wirken.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Unpassende Diagrammarten erschweren Vergleiche.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Selektive Filter können ein verzerrtes Bild erzeugen.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Fakten statt Eindruck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„Die meisten finden es besser.“ – Welche Daten bräuchten wir, um diese Aussage zu prüfen?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Trennt Hörensagen, Gefühl und überprüfbare Daten.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Exit-Ticket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Ein Diagramm wurde von Excel korrekt erstellt. Reicht das, um der Aussage zu vertrauen?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Begründet mit mindestens zwei Prüfschritten.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