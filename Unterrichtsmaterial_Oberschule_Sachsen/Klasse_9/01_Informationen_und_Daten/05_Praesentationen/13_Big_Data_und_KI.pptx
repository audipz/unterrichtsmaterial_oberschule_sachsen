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Leitidee: Big Data und Künstliche Intelligenz. Einstieg offen halten und Schülerbeispiele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3V sind ein verbreitetes Erklärmodell, keine harte Definition mit Grenzwert.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0292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A5CDE6"/>
                </a:solidFill>
                <a:latin typeface="Aptos"/>
              </a:rPr>
              <a:t>INFORMATIK · KLASSE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Big Data und Künstliche Intelligenz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57600"/>
            <a:ext cx="6400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D2E1EB"/>
                </a:solidFill>
                <a:latin typeface="Aptos"/>
              </a:rPr>
              <a:t>Informationen und Daten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Einstieg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Wann werden „viele Daten“ zu einem Problem, das neue Verfahren braucht?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Denkt kurz nach – dann austauschen.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Big Data – mehr als nur „sehr viel“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große Datenmengen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Daten entstehen/verändern sich schnell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62102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Variety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041648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unterschiedliche Formate und Quellen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Wo entstehen große Datenmengen?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7218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Sensoren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Verkehr, Wetter, Maschinen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47218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Plattformen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1892807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Klicks, Posts, Videos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47218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Handel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892807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Bestellungen und Zahlungen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62102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Forschung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041648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Messreihen und Simulationen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362102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Mobilität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4041648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Positionen und Fahrdaten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362102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Schule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4041648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vergleichsweise kleine, aber strukturierte Datenbestände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Vereinfachtes ML-Modell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Trainingsdaten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66974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40126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Muster lernen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1028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04180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Modell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5083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8235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neue Eingabe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9137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32289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Ausgabe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100" b="0">
                <a:solidFill>
                  <a:srgbClr val="1E242A"/>
                </a:solidFill>
                <a:latin typeface="Aptos"/>
              </a:rPr>
              <a:t>Das Modell „weiß“ nicht automatisch, was wahr oder real 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Datenqualität wirkt auf 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Fehlerhafte Trainingsdaten können Fehler fortsetzen.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Unausgewogene Daten können Gruppen unterschiedlich gut abbilden.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Eine plausible Ausgabe ist nicht automatisch korrekt.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Quellenprüfung bleibt auch bei KI-Ausgaben notwendig.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Transfer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Eine KI antwortet sehr überzeugend. Welche Prüfungen aus unserer Informationsreihe gelten trotzdem?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Quelle, Belege, Plausibilität, Gegenprüfung, Aktualität.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