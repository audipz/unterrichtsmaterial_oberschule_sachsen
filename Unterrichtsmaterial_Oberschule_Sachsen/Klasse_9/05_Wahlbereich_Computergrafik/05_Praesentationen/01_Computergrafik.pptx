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Vorwissen aktivieren, Begriffe nicht voraussetzen. Die Leitfrage zuerst von den Lernenden beantworten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neutralem Beispiel beginnen; keine schockierenden/manipulativen Inhalte nötig.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jede Bildbearbeitung als Täuschung darstellen.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einzelnes Prüfmerkmal garantiert Echtheit.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Gesellschaftliche Wirkung ist Kern des Wahlbereichs.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als Zusatz/Vertiefung; nicht den Schwerpunkt Bildauthentizität verdrängen.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Computergrafik: Bilder verändern und beurteilen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9 · Wahlbereich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Bilder sind nicht automatisch Beweise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Ausschnitt, Zeitpunkt und Kontext beeinflussen die Aussage.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Retusche und Montage können Inhalte verändern.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Generative Werkzeuge können neue Bildinhalte erzeugen.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25880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Original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19456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Bearbeitung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063239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Kontext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93192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Wirkung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Bearbeitung oder Manipulation?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Bearbeitung kann technische oder gestalterische Ziele haben.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Manipulation zielt häufig darauf, Wahrnehmung oder Aussage irreführend zu verändern.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Die Grenze hängt auch von Zweck und Kennzeichnung 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Authentizität prüfen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Quelle und ursprünglichen Kontext suchen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auffällige Bilddetails kritisch betrachten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weitere unabhängige Quellen vergleichen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bei Bedarf Rückwärtssuche/Metadaten als zusätzliche Hinweise nutzen.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Bilder und Meinungsbildung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Bilder wirken schnell und emotional.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Auswahl und Zuschnitt können Wahrnehmung lenken.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Verantwortungsvolle Veröffentlichung braucht Kontext und Kennzeichnung.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Technischer Zusatz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Rasterbilder bestehen aus Pixeln.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Vektorgrafiken beschreiben Formen geometrisch.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JPEG, PNG und SVG eignen sich für unterschiedliche Zwecke.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