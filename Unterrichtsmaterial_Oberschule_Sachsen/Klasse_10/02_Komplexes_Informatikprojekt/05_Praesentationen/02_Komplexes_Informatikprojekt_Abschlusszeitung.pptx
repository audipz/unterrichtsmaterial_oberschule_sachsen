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2192"/>
  </p:normalViewPr>
  <p:slideViewPr>
    <p:cSldViewPr snapToGrid="0" snapToObjects="1">
      <p:cViewPr varScale="1">
        <p:scale>
          <a:sx n="90" d="100"/>
          <a:sy n="90" d="100"/>
        </p:scale>
        <p:origin x="19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391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Leitprojekt: Abschlusszeitung; andere ausreichend komplexe Schulprojekte bleiben möglich.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Informatik ist mehr als Programmierung.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Komplex: mehrere zusammenwirkende Aspekte. Abhängigkeit: ein Arbeitsschritt benötigt Ergebnisse eines anderen.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Projektziel und Erfolgskriterien früh festlegen.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Die Zielgruppe beeinflusst Reichweite, Datenschutz, Rechte und Veröffentlichungsform.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Persönlichkeitsrechte, Bloßstellung, Beleidigung und redaktionelle Verantwortung thematisieren.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Anforderung: erwartete Eigenschaft oder Leistung; technische und nichttechnische Anforderungen.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Priorisierung schützt das Projekt vor Überladung.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Projektumfang/Scope; Scope Creep als Lehrerbegriff.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Zerlegung komplexer Probleme als zentrale informatische Denkweise.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Abhängigkeiten machen Folgeeffekte von Verzögerungen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Schnittstelle kann technisch oder organisatorische Übergabe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Formatvorlagen statt manueller Einzelgestaltung.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Eine Rolle ist Verantwortung, nicht zwingend genau eine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Projektmanagement: Planung, Organisation, Steuerung und Kontrolle – vereinfacht.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Gantt-Vorlage und Beispiel als Excel-Dateien bereitstellen.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Fragen: Was verschiebt sich, wenn ein benötigtes Ergebnis verspätet eintrifft?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Meilenstein: überprüfbarer Punkt/Ereignis, kein längerer Vorgang.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Projektcontrolling vereinfacht als regelmäßige Fortschrittskontrolle.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Risiko: mögliches zukünftiges negatives Ereignis. Puffer bewusst einplanen.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Gantt beantwortet eher Wann?; Kanban eher In welchem Bearbeitungszustand?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Review = Rückmeldung/Prüfung; Freigabe = Entscheidung zur Weitergabe/Veröffentlichung.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Prüfauftrag fokussieren; endgültige Freigabeverantwortung mit Schulleitung 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Zentrale Ablage und passende Zugriffsrechte; Single Source of Truth als Lehrerbegriff.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Versionierung und Backup klar unterscheiden.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Qualitätssicherung und Vier-Augen-Prinzip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Der Check erfolgt auch in Teilreviews, nicht nur am 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Urheberrecht und Creative Commons (CC) erläutern.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Künstliche Intelligenz (KI): Verantwortung bleibt beim Menschen. KI-Halluzination und Datenschutz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Dateiformat, Pixel, Pixels per Inch (PPI), Dots per Inch (DPI)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Portable Document Format (PDF), Red Green Blue (RGB), Cyan Magenta Yellow Key/Black (CMYK) erläutern.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Technische Vorteile digitaler Veröffentlichung verändern Datenschutz- und Veröffentlichungsrisiken.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Dokumentation macht Vorgehen nachvollziehbar; kein Protokoll jeder Handlung.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Datenlebenszyklus: Erheben, Verarbeiten, Speichern, Nutzen, Archivieren, Löschen.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Nicht nur durch die Zeitung blättern; Projektkompetenz sichtbar machen.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Ursprüngliches Gantt-Diagramm für die Reflexion wiederverwenden.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Retrospektive: strukturierter Rückblick zum Lernen, nicht zur Schuldzuweisung.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Erfolg an den zu Beginn vereinbarten Kriterien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Merksatz: Das ist Informatik in einem realen Projekt.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LEHRERHINWEIS</a:t>
            </a:r>
          </a:p>
          <a:p>
            <a:endParaRPr/>
          </a:p>
          <a:p>
            <a:r>
              <a:t>Abschlussfrage: Welche dieser Fähigkeiten werdet ihr nach der Schule noch brauchen?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Unser komplexes Informatikprojekt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6263F"/>
                </a:solidFill>
                <a:latin typeface="Aptos"/>
              </a:defRPr>
            </a:pPr>
            <a:r>
              <a:t>Unsere Abschlusszeitung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465264"/>
                </a:solidFill>
                <a:latin typeface="Aptos"/>
              </a:defRPr>
            </a:pPr>
            <a:r>
              <a:t>Wie wird aus vielen Ideen und Einzelbeiträgen ein gemeinsames fertiges Produkt?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4572000"/>
            <a:ext cx="6492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34640" y="4572000"/>
            <a:ext cx="64008" cy="9601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35808" y="4700016"/>
            <a:ext cx="6126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63F"/>
                </a:solidFill>
                <a:latin typeface="Aptos"/>
              </a:defRPr>
            </a:pPr>
            <a:r>
              <a:t>Leitprojekt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5138928"/>
            <a:ext cx="61264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Abschlusszeitung – alternativ ist ein anderes komplexes Schulprojekt möglich.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Warum ist das ein Informatikprojekt?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Informationen erfassen und strukturieren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Daten verarbeiten und auswerten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digitale Medien bearbeiten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Dateien und Formate organisieren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Arbeitsabläufe planen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Datenschutz und Rechte berücksichtigen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macht das Projekt komplex?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mehrere Teilprobleme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mehrere Beteiligte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Abhängigkeiten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Entscheidungen und Rahmenbedingungen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gemeinsames Endprodukt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soll am Ende entstehen?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vollständig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verständlich und fehlerarm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einheitlich gestaltet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termingerecht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Rechte und Datenschutz beachtet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technisch veröffentlichbar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Wer ist unsere Zielgruppe?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Abschlussjahrgang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Eltern und Familien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Lehrkräfte und Schule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ggf. Öffentlichkeit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Dürfen wir alles veröffentlichen?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Klassenfoto</a:t>
            </a:r>
            <a:r>
              <a:rPr dirty="0"/>
              <a:t>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peinliches</a:t>
            </a:r>
            <a:r>
              <a:rPr dirty="0"/>
              <a:t> Foto?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persönliches</a:t>
            </a:r>
            <a:r>
              <a:rPr dirty="0"/>
              <a:t> </a:t>
            </a:r>
            <a:r>
              <a:rPr dirty="0" err="1"/>
              <a:t>Zitat</a:t>
            </a:r>
            <a:r>
              <a:rPr dirty="0"/>
              <a:t>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rPr dirty="0"/>
              <a:t>• Ranking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Mitschüler</a:t>
            </a:r>
            <a:r>
              <a:rPr dirty="0"/>
              <a:t>?</a:t>
            </a:r>
            <a:endParaRPr lang="de-DE" dirty="0"/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rPr lang="de-DE" dirty="0"/>
              <a:t>• Ranking über Lehrer?</a:t>
            </a:r>
            <a:endParaRPr dirty="0"/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unangenehme</a:t>
            </a:r>
            <a:r>
              <a:rPr dirty="0"/>
              <a:t> </a:t>
            </a:r>
            <a:r>
              <a:rPr dirty="0" err="1"/>
              <a:t>Geschichte</a:t>
            </a:r>
            <a:r>
              <a:rPr dirty="0"/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Anforderungen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Was soll das Produkt leisten?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Beispiel: druckfähige Datei zum Termin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Beispiel: Bilder in ausreichender Qualität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Beispiel: persönliche Inhalte verantwortungsvoll behandeln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Muss – Soll – Kann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MUSS · ohne dies ist das Ziel nicht erreicht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59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7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927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SOLL · wichtig und möglichst umzusetzen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32841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76732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KANN · Erweiterung bei Zeit und Ressourcen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Der Projektumfang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Was gehört dazu?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Was gehört ausdrücklich nicht dazu?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Neue Ideen bewusst bewerten statt automatisch aufnehmen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Ein großes Projekt wird zerlegt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Redaktion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Medien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Daten / Umfragen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Layout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Qualitätssicherung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Veröffentlichung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Teilprojekte sind abhängig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Umfrage → Auswertung → Layout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Fotos → Rechteprüfung → Layout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Texte → Review → Layout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Layout → Korrektur → Freigabe → Druck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Schnittstellen und Übergaben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Was wird übergeben?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Von wem an wen?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Wann?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In welchem Format?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Welche Qualitätskriterien gelten?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Einheitliche Vorlagen sparen 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Word-Vorlage für Beiträge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Interviewvorlage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Formatvorlagen für Titel, Text, Zitat, Bildunterschrift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Review- und Projektplan-Vorlagen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Rollen schaffen Verantwortung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Projektkoordination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Redaktion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Medien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Layout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Daten/Auswertung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Qualitätssicherung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Veröffentlichung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Mini-Projektmanagement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Was ist zu tun?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Wer ist verantwortlich?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69164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Wann beginnt und endet 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C36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Wovon hängt es ab?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200400"/>
            <a:ext cx="64008" cy="1234440"/>
          </a:xfrm>
          <a:prstGeom prst="rect">
            <a:avLst/>
          </a:prstGeom>
          <a:solidFill>
            <a:srgbClr val="A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7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Wie erkennen wir Fortschritt?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Gantt-Diagramm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Aufgaben als Balken auf einer Zeitachse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59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7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7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zeigt Dauer und Überschneidungen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32841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76732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macht geplante Abfolge sichtbar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59" y="32004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59" y="3200400"/>
            <a:ext cx="64008" cy="1234440"/>
          </a:xfrm>
          <a:prstGeom prst="rect">
            <a:avLst/>
          </a:prstGeom>
          <a:solidFill>
            <a:srgbClr val="C36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7" y="332841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7" y="376732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wird während des Projekts aktualisiert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Abhängigkeiten im Projektplan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Interviews + Fotos + Umfrage + Texte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↓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Endlayout → Korrektur → Freigabe → Druck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Meilensteine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Themen und Rollen festgelegt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alle Inhalte beauftragt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69164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alle Inhalte eingegangen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C36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erste vollständige Ausgabe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200400"/>
            <a:ext cx="64008" cy="1234440"/>
          </a:xfrm>
          <a:prstGeom prst="rect">
            <a:avLst/>
          </a:prstGeom>
          <a:solidFill>
            <a:srgbClr val="A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7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Review abgeschlossen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320040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Druckfreigabe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Plan und Wirklichkeit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PLANEN → DURCHFÜHREN → PRÜFEN → ANPASSEN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59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7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7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Ein Projektplan ist eine aktuelle Planung – keine Garantie.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Risiken früh erkennen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Beiträge kommen zu spät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Fotos fehlen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Einwilligungen fehlen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Dateien gehen verloren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Drucktermin verschiebt sich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Kanban für die tägliche 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OFFEN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59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7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927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IN ARBEIT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32841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76732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REVIEW / PRÜFUNG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59" y="32004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59" y="3200400"/>
            <a:ext cx="64008" cy="1234440"/>
          </a:xfrm>
          <a:prstGeom prst="rect">
            <a:avLst/>
          </a:prstGeom>
          <a:solidFill>
            <a:srgbClr val="C36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7" y="332841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7" y="376732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FERTIG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Review ist ein laufender Prozess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Konzept-Review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Inhalts-/Rechte-Review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69164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Layout-Review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C36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Gesamt-Review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200400"/>
            <a:ext cx="64008" cy="1234440"/>
          </a:xfrm>
          <a:prstGeom prst="rect">
            <a:avLst/>
          </a:prstGeom>
          <a:solidFill>
            <a:srgbClr val="A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7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finale Freigabe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Lehrerreview organisieren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Teilprodukte können früh geprüft werden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Gesamtausgabe an relevante Lehrkräfte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Rückmeldungen zentral sammeln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klare Frist und Zuständigkeit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Wo liegen unsere Dateien?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01_Planung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02_Texte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03_Bilder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04_Umfrage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05_Layout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06_Korrektur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07_Freigabe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Versionierung und Backup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Versionierung: Wie hat sich eine Datei verändert?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59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7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7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Backup: Wie stellen wir verlorene Daten wieder her?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32841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76732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Git ist eine Möglichkeit – nicht für jedes Artefakt die beste.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Fertig geschrieben heißt noch nicht fertig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Entwurf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Inhalts- und Sprachprüfung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Rechte / Einwilligungen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Layout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Gesamtansicht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Freigabe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Redaktionscheck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Inhalt korrekt?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Person respektvoll behandelt?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69164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Zustimmung vorhanden?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C36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Nutzungsrechte geklärt?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200400"/>
            <a:ext cx="64008" cy="1234440"/>
          </a:xfrm>
          <a:prstGeom prst="rect">
            <a:avLst/>
          </a:prstGeom>
          <a:solidFill>
            <a:srgbClr val="A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7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Datenschutz beachtet?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320040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Veröffentlichung verantwortbar?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Quelle ≠ Nutzungsrecht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Quelle: Woher stammt das Werk?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59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7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7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Nutzungsrecht: Dürfen wir es verwenden?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32841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76732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„Quelle: Google“ reicht nicht.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Künstliche Intelligenz als Werkzeug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Ideen und Fragen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Sprachunterstützung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Auswertung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Bilder / Gestaltungsideen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Fehlersuche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Dateiformate und Bildqualität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DOCX / ODT · Texte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XLSX / ODS / CSV · Daten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JPEG / PNG / SVG · Bilder/Grafiken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PDF · Weitergabe/Druck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Originalbilder möglichst erhalten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Portable Document Format und Druck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PDF erhält das Erscheinungsbild weitgehend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PDF ist nicht automatisch druckfertig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Seitengröße, Bilder, Schriften und Reihenfolge prüfen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Vorgaben der Druckerei sind maßgeblich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Probedruck und digitale Veröffentlichung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Schriftgröße und Kontrast prüfen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Bilder und Ränder prüfen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QR-Codes testen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digitale Ausgabe ist leichter kopier- und weiterleitbar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Dokumentation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Ziel und Anforderungen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Rollen und Projektplan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Entscheidungen und Gründe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Reviews und Änderungen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Probleme und Lösungen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Rechte / KI-Einsatz / Ergebnis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Projektübergabe und Datenlebenszyklus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Projektordner strukturiert übergeben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Aufbewahrung bewusst festlegen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nicht mehr benötigte personenbezogene Daten prüfen/löschen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Das Projekt präsentieren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Ausgangssituation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Planung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Umsetzung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Herausforderungen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Lösungen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Ergebnis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Reflexion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Plan und Wirklichkeit vergleichen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Welche Termine wurden eingehalten?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Wo gab es Verzögerungen?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Welche Abhängigkeiten wurden unterschätzt?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Waren Puffer ausreichend?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Welche Risiken sind eingetreten?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Retrospektive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Was lief gut?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59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7" y="181965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7" y="225856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Was lief nicht gut?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328416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767328"/>
            <a:ext cx="47091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Was würden wir beim nächsten Projekt anders machen?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War unser Projekt erfolgreich?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Projektziel erreicht?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Muss-Anforderungen erfüllt?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Termin eingehalten?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Qualität ausreichend?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Rechte und Datenschutz beachtet?</a:t>
            </a:r>
          </a:p>
          <a:p>
            <a:pPr>
              <a:spcAft>
                <a:spcPts val="1000"/>
              </a:spcAft>
              <a:defRPr sz="1700">
                <a:solidFill>
                  <a:srgbClr val="465264"/>
                </a:solidFill>
                <a:latin typeface="Aptos"/>
              </a:defRPr>
            </a:pPr>
            <a:r>
              <a:t>• Zusammenarbeit und Dokumentation gelungen?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Was haben wir angewendet?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Anforderungen · Zerlegung · Daten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Planung · Abhängigkeiten · Teamarbeit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Versionierung · Backup · Datenschutz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KI kritisch einsetzen · Reviews · Tests</a:t>
            </a:r>
          </a:p>
          <a:p>
            <a:pPr>
              <a:spcAft>
                <a:spcPts val="1000"/>
              </a:spcAft>
              <a:defRPr sz="1900">
                <a:solidFill>
                  <a:srgbClr val="465264"/>
                </a:solidFill>
                <a:latin typeface="Aptos"/>
              </a:defRPr>
            </a:pPr>
            <a:r>
              <a:t>• Entscheidungen dokumentieren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KOMPLEXES INFORMATIKPROJEKT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63F"/>
                </a:solidFill>
                <a:latin typeface="Aptos"/>
              </a:defRPr>
            </a:pPr>
            <a:r>
              <a:t>Informatik endet nicht mit dem Unterricht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411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Verstehen.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64008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Planen.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691640"/>
            <a:ext cx="64008" cy="1234440"/>
          </a:xfrm>
          <a:prstGeom prst="rect">
            <a:avLst/>
          </a:prstGeom>
          <a:solidFill>
            <a:srgbClr val="23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81965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225856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Hinterfragen.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200400"/>
            <a:ext cx="64008" cy="1234440"/>
          </a:xfrm>
          <a:prstGeom prst="rect">
            <a:avLst/>
          </a:prstGeom>
          <a:solidFill>
            <a:srgbClr val="C36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Gestalten.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200400"/>
            <a:ext cx="64008" cy="1234440"/>
          </a:xfrm>
          <a:prstGeom prst="rect">
            <a:avLst/>
          </a:prstGeom>
          <a:solidFill>
            <a:srgbClr val="A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7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7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Prüfen.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2004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3200400"/>
            <a:ext cx="64008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3328416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263F"/>
                </a:solidFill>
                <a:latin typeface="Aptos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85048" y="3767328"/>
            <a:ext cx="30632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5264"/>
                </a:solidFill>
                <a:latin typeface="Aptos"/>
              </a:defRPr>
            </a:pPr>
            <a:r>
              <a:t>Verantwortung übernehmen.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65264"/>
                </a:solidFill>
                <a:latin typeface="Aptos"/>
              </a:defRPr>
            </a:pPr>
            <a:r>
              <a:t>Informatik · Klasse 10 · Leitprojekt Abschlusszeitung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465264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1865</Words>
  <Application>Microsoft Macintosh PowerPoint</Application>
  <PresentationFormat>Breitbild</PresentationFormat>
  <Paragraphs>506</Paragraphs>
  <Slides>40</Slides>
  <Notes>40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Holger Graube</cp:lastModifiedBy>
  <cp:revision>2</cp:revision>
  <dcterms:created xsi:type="dcterms:W3CDTF">2013-01-27T09:14:16Z</dcterms:created>
  <dcterms:modified xsi:type="dcterms:W3CDTF">2026-08-19T17:30:15Z</dcterms:modified>
  <cp:category/>
</cp:coreProperties>
</file>