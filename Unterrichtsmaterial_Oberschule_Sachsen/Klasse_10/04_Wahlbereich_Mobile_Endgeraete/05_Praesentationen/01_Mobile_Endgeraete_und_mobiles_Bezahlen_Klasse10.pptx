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Mobiles Endgerät: tragbares digitales Gerät, das Daten verarbeitet und typischerweise drahtlos kommunizieren kann.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Nicht jedes mobile Endgerät besitzt Mobilfunk. Mobil bedeutet zunächst ortsunabhängige Nutzung.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System-on-a-Chip (SoC): integriert mehrere zentrale Computerfunktionen. Arbeitsspeicher ist schneller, typischerweise flüchtiger Speicher; Flash-Speicher ist nichtflüchtig.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Moderne SoCs enthalten neben allgemeinen Prozessorkernen spezialisierte Recheneinheiten. Spezialisierung kann Aufgaben effizienter ausführen.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Nicht jedes Smartphone enthält dieselbe Sensorausstattung.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Sensoren liefern Messwerte; die Interpretation als Laufen, Drehen usw. erfolgt durch Software bzw. Algorithmen.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GNSS ist der Oberbegriff für satellitengestützte Navigationssysteme. GPS ist nur eines davon.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Reichweiten und Datenraten hängen von Standard, Umgebung und Geräten ab. NFC ist ein Kommunikationsweg und ersetzt keine weiteren Sicherheitsmechanismen.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Bewusst vereinfachtes Modell. Mobilfunknetze übernehmen u. a. Teilnehmerverwaltung, Authentisierung und Weiterleitung.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Begriffliche Trennung WLAN und Internet hervorheben.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Kopplung/Pairing: Aufbau einer vertrauenswürdigen Beziehung für spätere Kommunikation. Absicherung hängt von Profil, Version und Gerät 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Betriebssystem: grundlegende Systemsoftware. Application Programming Interface (API): definierte Schnittstelle für Funktionen/Daten anderer Softwarebestandteile.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Sandbox ist ein Isolationsmechanismus, aber keine Garantie, dass eine App vertrauenswürdig 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Bezug zu Bereich 03; hier Schwerpunkt auf technischer Vermittlung des Betriebssystems.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Sicherheitslücke: Schwachstelle, die unter Bedingungen missbraucht werden kann. Updates aus vertrauenswürdigen Quellen.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Nicht pauschal außerhalb eines App-Stores = Schadsoftware. Systeme unterscheiden sich bei Installationswegen.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Cloud-Dienst: IT-Leistung über Netzwerk. Synchronisation: Abgleich von Datenbeständen zwischen Systemen/Geräten.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Cloud-Synchronisation kann Wiederherstellungsfunktionen haben, ist als Prinzip aber nicht automatisch ein vollständiges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Wallet: System zur Verwaltung digital nutzbarer Zahlungsmittel/Nachweise. Zahlungsweg ist bewusst vereinfacht.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NFC nicht mit dem gesamten Bezahlsystem gleichsetzen.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Konkrete Freigabe einer Zahlung variiert nach System, Betrag, Gerät und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Biometrie: automatisierte Erkennung anhand körperlicher/verhaltensbezogener Merkmale. Häufig kombiniert mit PIN/Passwort.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Token: Ersatzwert in festgelegtem Systemkontext. Nicht behaupten, jede mobile Zahlung verarbeite grundsätzlich nie Kartendaten.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Defense in Depth: mehrere ergänzende Schutzmaßnahmen. Kryptografie hier nur auf Anwendungsebene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Verlust nicht nur auf Bezahlen reduzieren: E-Mail/Cloud können Zugang zu Passwort-Wiederherstellung ermöglichen.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Reihenfolge situationsabhängig. eSIM: elektronisch verwaltetes Mobilfunk-Teilnehmerprofil.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Energieeffizienz ist wesentliches Entwurfsziel. Verbrauch hängt stark von Nutzung und Betriebszustand 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Keine starren 20–80%-Regeln als allgemeingültige Pflicht. Herstellerhinweise und Geräteschutzmechanismen beachten.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Neben Datenschutz auch Resilienz thematisieren.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Bargeld und mobiles Bezahlen besitzen unterschiedliche Risikoprofile. Bedingungen nennen statt pauschalem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</a:t>
            </a:r>
          </a:p>
          <a:p/>
          <a:p>
            <a:r>
              <a:t>Teilthemen zum Systemgedanken zusammenführen.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Ein Smartphone ist ein Computer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Rechnen und Speichern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Kommunikation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Sensoren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Kamera und Medien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Ortung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Apps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Sicherheitsfunktionen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Leitfrage: Welche Komponenten arbeiten zusammen, wenn wir eine App verwenden oder mobil bezahlen?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Typische mobile Endgeräte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Smartphone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Tablet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Smartwatch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mobile Spielekonsole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Navigationsgerät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spezialisierte Handheld-Geräte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Gemeinsam: kompakt, eigener Energiespeicher, Ein-/Ausgabe, Datenverarbeitung, häufig Funk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Was steckt im Smartphone?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System-on-a-Chip (SoC)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Arbeitsspeicher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Flash-Speicher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Display und Touchscreen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Akku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Funkmodule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Kameras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Sensoren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Ein Gerät, viele spezialisierte Einheiten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allgemeine Programmausführung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Grafikberechnung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Bildverarbeitung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Mobilfunk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Verschlüsselungs- und Sicherheitsfunktionen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Verarbeitung für Künstliche Intelligenz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Sensoren machen die Umgebung messbar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Kamera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Mikrofon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Beschleunigungssensor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Drehratensensor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Näherungs- und Umgebungslichtsensor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Magnetfeldsensor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satellitengestützte Positionsbestimmung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Sensor: erfasst physikalische Größen/Zustände als digital verarbeitbare Messwerte.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Woher weiß das Smartphone, wie es bewegt wird?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Beschleunigungssensor: misst Beschleunigungen entlang mehrerer Achsen.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Drehratensensor / Gyroskop: erfasst Drehbewegungen.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Anwendungen: Bildschirm drehen · Spiele · Stabilisierung · Aktivitätserkennung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Woher kennt das Smartphone seinen Standort?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Global Navigation Satellite System (GNSS)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Mobilfunknetze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WLAN-Umgebung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Bluetooth-Signale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Gerätesensoren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Standortbestimmung kann mehrere Verfahren kombinieren.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Vier drahtlose Verbindungen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Mobilfunk: große Reichweite über Mobilfunknetz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Wireless Local Area Network (WLAN): lokales Funknetz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Bluetooth: kurze Distanzen, z. B. Kopfhörer/Wearables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Near Field Communication (NFC): sehr kurze Distanz, z. B. kontaktloses Bezahlen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Mobilfunk verbindet das Gerät unterwegs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Smartphone → Funkzelle/Basisstation → Mobilfunknetz → weitere Netze und Dienste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Das Gerät kann sich zwischen Funkzellen bewegen und weiterhin erreichbar bleiben.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WLAN und Internet sind nicht dasselbe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WLAN: drahtlose Verbindung zu einem lokalen Netzwerk.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Internet: weltweiter Verbund vieler Netzwerke.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WLAN kann ohne Internetzugang bestehen.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Internetzugang kann über Mobilfunk ohne WLAN bestehen.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Bluetooth für Geräte in der Nähe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Kopfhörer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Lautsprecher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Tastaturen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Smartwatches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Fahrzeugverbindungen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Sensoren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Geräte müssen häufig zunächst gekoppelt werden.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Das Betriebssystem vermittelt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App → Betriebssystem / Programmierschnittstelle → Hardware oder Systemdienst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Verwaltet Prozesse, Speicher, Dateien, Netzwerk, Sensorzugriffe und Berechtigungen.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Apps werden voneinander abgeschottet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Apps sollen nicht beliebig auf Daten anderer Apps zugreifen.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Sandbox: abgeschotteter Bereich mit begrenzten Rechten.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Zusätzliche Zugriffe benötigen je nach System Berechtigungen.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Berechtigungen verbinden App und Gerät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Kamera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Mikrofon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Standort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Kontakte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Fotos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Bluetooth-Geräte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Eine Berechtigung sollte zur benötigten Funktion passen.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Warum sind Updates wichtig?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Sicherheitslücken schließen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Fehler beheben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Funktionen ergänzen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Kompatibilität verbessern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Betriebssystem, Apps und teilweise Gerätekomponenten benötigen Aktualisierungen.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Woher kommen Apps?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offizieller App-Store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alternative App-Marktplätze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direkte Installation aus anderen Quellen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unternehmens- oder schulinterne Verteilung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Installationsquelle und Berechtigungen beeinflussen das Risiko.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Daten liegen nicht immer nur auf dem Gerät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Kontakte synchronisieren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Fotos sichern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Dokumente zwischen Geräten bereitstellen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Einstellungen wiederherstellen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Smartphone ↔ Cloud-Dienst ↔ weitere Geräte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Synchronisation ist nicht automatisch Backup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Synchronisation: Änderungen werden zwischen Systemen abgeglichen.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Backup: Sicherungskopie zur Wiederherstellung.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Eine versehentliche Löschung kann durch Synchronisation auch auf andere Geräte übertragen werden.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Was passiert beim mobilen Bezahlen?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Kunde → Smartphone/Wallet → Händlerterminal → Zahlungsinfrastruktur → Bank/Zahlungsanbieter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Welches Zahlungsmittel?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Ist die Zahlung zulässig?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Wie wird die Transaktion abgesichert?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NFC verbindet Smartphone und Terminal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Smartphone bzw. Smartwatch und Terminal kommunizieren über sehr kurze Distanz.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Near Field Communication (NFC) stellt die Funkverbindung bereit.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NFC führt die Zahlung nicht allein aus – es ist ein Kommunikationsweg.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Authentisierung und Autorisierung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Authentisierung: Nachweis einer behaupteten Identität/Berechtigung.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Beispiel: Entsperren durch PIN oder Biometrie.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Autorisierung: Entscheidung, ob eine konkrete Aktion erlaubt wird.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Beispiel: Darf diese Zahlung ausgeführt werden?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Biometrie ersetzt nicht einfach das Passwort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Fingerabdruck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Gesicht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Gerät vergleicht Messung mit einem Referenzmodell.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Biometrische Erkennung arbeitet mit Wahrscheinlichkeiten und Schwellwerten.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Token statt echter Kartendaten?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Tokenisierung: sensible Daten werden für einen Zweck durch einen Ersatzwert repräsentiert.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Die eigentliche Kartennummer muss dadurch nicht in jeder Situation direkt verwendet oder übertragen werden.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Sicherheit entsteht in mehreren Schichten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Gerätesperre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PIN oder biometrische Freigabe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App- und Betriebssystemschutz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Tokenisierung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kryptografische Verfahren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Transaktionsprüfung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Benachrichtigungen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Sperrmöglichkeiten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Fall: Das Smartphone ist weg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Welche Schutzmechanismen wirken bereits? Gerätesperre · automatische Sperre · Wallet-Schutz · ggf. Ortung/Fernsperre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Welche Risiken bleiben? ungeschützte Daten · aktive Sitzungen · Nachrichten · Wiederherstellungskonten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Was sollte die Person jetzt tun?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Gerät orten bzw. sperren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kritische Konten und Sitzungen prüfen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Mobilfunk/SIM/eSIM bei Bedarf sperren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Zahlungsfunktionen/Zahlungsmittel prüfen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Passwörter ändern, wenn Zugriff möglich gewesen sein könnte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Energie ist eine begrenzte Ressource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Display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Prozessor und Grafik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Mobilfunk, WLAN und Bluetooth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Standortbestimmung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Kamera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Hintergrundaktivitäten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Mobile Systeme balancieren Leistung, Funktion und Energieverbrauch.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Lithium-Ionen-Akkus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wiederaufladbar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hohe Energiedichte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Alterung über Zeit und Nutzung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Wärme kann Alterung und Sicherheit beeinflussen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Ladezyklus: insgesamt etwa eine vollständige Akkukapazität, nicht zwingend ein einzelnes 0–100%-Laden.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Komfort, Datenschutz und Abhängigkeit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Erreichbarkeit · Navigation · Bezahlen · Kommunikation · Cloud-Zugriff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Abhängigkeiten: Akku · Netzverbindung · Benutzerkonto · Anbieter/Dienste · Hardware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Was funktioniert noch bei leerem Akku, Netzausfall oder Kontosperre?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Ist mobiles Bezahlen sicherer als Bargeld?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Vergleiche Verlust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Diebstahl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Nachverfolgbarkeit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technische Ausfälle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Datenschutz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Sperrmöglichkeiten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Komfort</a:t>
            </a:r>
          </a:p>
          <a:p>
            <a:pPr>
              <a:spcAft>
                <a:spcPts val="900"/>
              </a:spcAft>
              <a:defRPr sz="1600">
                <a:solidFill>
                  <a:srgbClr val="465264"/>
                </a:solidFill>
                <a:latin typeface="Aptos"/>
              </a:defRPr>
            </a:pPr>
            <a:r>
              <a:t>• Sicherheit hängt von Bedrohung, Schutzmaßnahmen und Nutzungssituation ab.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Ein mobiles Endgerät ist ein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Wahlbereich Mobile Endgeräte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Sensoren liefern Daten.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Das Betriebssystem verwaltet Hardware und Apps.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Funktechniken verbinden das Gerät mit anderen Systemen.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Cloud-Dienste können Daten synchronisieren.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Sicherheitsmechanismen schützen mehrere Ebenen.</a:t>
            </a:r>
          </a:p>
          <a:p>
            <a:pPr>
              <a:spcAft>
                <a:spcPts val="900"/>
              </a:spcAft>
              <a:defRPr sz="1800">
                <a:solidFill>
                  <a:srgbClr val="465264"/>
                </a:solidFill>
                <a:latin typeface="Aptos"/>
              </a:defRPr>
            </a:pPr>
            <a:r>
              <a:t>• Erst das Zusammenspiel macht daraus ein mobiles Computersystem.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