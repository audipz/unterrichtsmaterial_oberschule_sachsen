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Ziel ist ein realistisches Verständnis von Datenspuren. Schutzmaßnahmen immer im Zusammenhang mit Zweck, Nutzen und Risiko betrachten.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Der digitale Fußabdruck umfasst bewusst veröffentlichte Informationen ebenso wie automatisch entstehende technische Daten. Nicht jede Datenspur ist öffentlich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Abgeleitete Daten werden durch Auswertung anderer Daten erzeugt. Eine Ableitung kann plausibel sein, ist aber nicht automatisch richtig.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Metadaten beschreiben andere Daten oder liefern Kontext. Welche Metadaten anfallen und gespeichert werden, hängt vom jeweiligen Dienst und technischen System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Datenaggregation: gemeinsames Auswerten mehrerer Datenpunkte. Profilbildung: Aus Daten entsteht ein Modell über Eigenschaften, Interessen oder Verhalten einer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Dienste können mehrere Zwecke gleichzeitig verfolgen. Zwischen technisch notwendiger Verarbeitung und zusätzlichen Analyse-, Personalisierungs- oder Werbezwecken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Tracking beschreibt zunächst einen technischen bzw. organisatorischen Vorgang. Die datenschutzrechtliche Bewertung hängt u. a. von Verfahren, Daten, Zweck und Rechtsgrundlage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Cookies können für notwendige Funktionen ebenso wie für Analyse- oder Trackingzwecke eingesetzt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Tracking-Pixel können beim Laden eine Serveranfrage auslösen und Nutzungsinformationen übermitteln. Beim Browser-Fingerprinting werden technische Merkmale kombiniert, um Wiedererkennung wahrscheinlicher zu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Moderne Betriebssysteme unterscheiden teilweise zwischen dauerhaftem Zugriff, Zugriff während der Nutzung und einmaliger Freigabe. Optionen unterscheiden sich nach System und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Die Beispiele sollen zum begründeten Bewerten führen. Eine Berechtigung kann für eine optionale Funktion erforderlich sein, obwohl sie für die Hauptfunktion nicht notwendig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Datenminimierung ist ein Datenschutzprinzip: personenbezogene Daten sollen dem Zweck angemessen und auf das notwendige Maß beschränkt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Die Folie vermittelt Datenschutzprinzipien, keine vollständige Darstellung der Datenschutz-Grundverordnung (DSGVO).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Schüler sollen Zielkonflikte erkennen und begründet entscheiden. Datenschutz bedeutet nicht, jede digitale Funktion abzulehnen.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Bezug zur Abschlusszeitung aus Bereich 02 herstellen: öffentliche digitale Veröffentlichung besitzt andere Reichweite und Kopierbarkeit als begrenzt verteilte Druckausgabe.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KI-Systeme können aufgrund ungeeigneter, unvollständiger oder verzerrter Daten falsche Schlussfolgerungen erzeugen.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Speicherung und weitere Verarbeitung hängen von Anbieter, Produkt, Tarif, Einstellungen und Vertragsbedingungen ab. Keine pauschalen Aussagen über alle KI-Dienste treffen.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MFA nutzt mindestens zwei Faktoren unterschiedlicher Kategorien. Passwortmanager erleichtern unterschiedliche starke Passwörter für verschiedene Dienste.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Credential Stuffing: bekannt gewordene Benutzername-Passwort-Kombinationen werden automatisiert bei anderen Diensten ausprobiert.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Menünamen ändern sich häufig. Prinzipien vermitteln statt klickgenauer Anleitung für ein bestimmtes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Die Schüler sollen Maßnahmen begründen. Nicht jede maximal restriktive Einstellung ist für jede Nutzungssituation sinnvoll.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Es gibt bewusst nicht für jede Berechtigung genau eine richtige Antwort. Entscheidend ist die begründete Bewertung anhand der tatsächlich angebotenen Funktionen.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Zwischen beobachteten Daten und daraus abgeleiteten Annahmen unterscheiden. Profilbildung und algorithmische Klassifikation können Menschen falsch einordnen.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Nicht vermitteln, Datenschutz oder IT-Sicherheit sei allein Verantwortung des Nutzers. Anbieter und Organisationen besitzen eigene technische, organisatorische und rechtliche Pflichten.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Die Abschlussfrage eignet sich als Transferaufgabe. Schüler sollen keine privaten Kontodaten oder konkrete Passwörter offenlegen.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Deine Daten erzählen eine Geschichte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Smartphone, Suchmaschine, Online-Shop, soziale Netzwerke, Streamingdienste und Apps verarbeiten Daten über uns.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Leitfrage: Was weiß ein einzelner Dienst über mich – und was könnte entstehen, wenn viele Daten miteinander verknüpft werden?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Der digitale Fußabdruck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Digitaler Fußabdruck: Gesamtheit der Datenspuren, die bei der Nutzung digitaler Systeme entstehen oder hinterlassen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Beispiele: Beiträge und Bilder · Suchanfragen · besuchte Seiten · Standort · Käufe · Interaktionen · Geräte- und Verbindungsdaten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Drei Arten von Daten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Bewusst angegeben: Name, Profilbild, Beitrag, Bewertung, Lieferadresse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Automatisch erzeugt: Zeitpunkt, IP-Adresse, Gerätetyp, Standort, Nutzungsdauer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Abgeleitet: vermutete Interessen, Gewohnheiten oder Zielgruppenmerkmale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Metadaten: Daten über Daten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Eine Nachricht enthält nicht nur ihren Text.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Mögliche Metadaten: Absender und Empfänger · Zeitpunkt · Dauer · Dateigröße/-typ · verwendetes Gerät · ggf. Standort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Auch ohne den eigentlichen Inhalt können Metadaten aussagekräftig sein.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Viele kleine Datenpunkte ergeben ein Profil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Standort + Uhrzeit + Suchanfragen + Käufe + Kontakte + Interaktionen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→ mögliche Rückschlüsse auf Interessen, Gewohnheiten und Lebensumstände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 Profil kann unvollständig oder falsch sein.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werden Daten gesammelt?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Dienst technisch bereitstellen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Einstellungen speichern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Sicherheit und Betrugserkennung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Nutzung analysieren und verbessern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Inhalte personalisieren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Werbung auswählen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wirtschaftliche Entscheidungen unterstützen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bedeutet Tracking?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Tracking: Wiedererkennen und Nachverfolgen von Nutzungsaktivitäten über Zeit, Seiten, Apps oder andere Nutzungssituationen hinweg.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Mögliche Zwecke: Reichweitenmessung · Fehleranalyse · Personalisierung · Werbung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Cookies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Cookie: Kleine Information, die eine Website über den Browser speichern und bei späteren Anfragen wieder zuordnen kann.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Beispiele: Anmeldung wiedererkennen · Warenkorb speichern · Spracheinstellung merken · Nutzung analysieren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Cookie ≠ automatisch Tracking oder Werbung.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Tracking funktioniert nicht nur mit Cookies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Cookies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Tracking-Pixel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App- und Werbe-IDs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Geräte- bzw. Browsermerkmale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Browser-Fingerprinting: Wiedererkennung anhand einer Kombination von Browser- oder Gerätemerkmalen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App-Berechtigungen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Standort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Mikrofon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Kontakte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Fotos und Dateien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Benachrichtigungen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Prüffrage: Passt die gewünschte Berechtigung zur Funktion der App?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Nicht jede Berechtigung ist verdächtig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Navigation → Standort ist nachvollziehbar.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Videotelefonie → Kamera und Mikrofon sind nachvollziehbar.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Taschenlampe → Zugriff auf Kontakte wäre erklärungsbedürftig.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Nicht pauschal ablehnen – Zweck und Notwendigkeit prüfen.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Datensparsamkeit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So viele Daten wie nötig – so wenige wie möglich.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Wird diese Information wirklich benötigt?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Muss sie dauerhaft gespeichert werden?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Muss sie öffentlich sein?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Kann ich den Zugriff später wieder entziehen?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Zweckbindung und Transparenz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Zweckbindung: Daten werden für einen festgelegten und nachvollziehbaren Zweck verarbeitet.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Transparenz: Betroffene sollen nachvollziehen können, welche Daten wofür verarbeitet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Beispiel: Eine E-Mail-Adresse für eine Bestellung wird nicht automatisch für jeden anderen Zweck benötigt.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Komfort oder Datenschutz?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Automatische Standortvorschläge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personalisierte Empfehlungen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gespeicherte Anmeldungen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Sprachassistenten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Die Entscheidung ist häufig ein Abwägen – nicht nur AN oder AUS.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Öffentliche Daten verlassen ihren Kontext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 veröffentlichter Inhalt kann kopiert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Screenshots können gespeichert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Inhalte können weitergeleitet oder neu zusammengesetzt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Löschen an einer Stelle bedeutet nicht automatisch, dass alle Kopien verschwinden.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Künstliche Intelligenz kann Daten auswerten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Künstliche Intelligenz (KI) kann Muster erkennen.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Inhalte können klassifiziert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Empfehlungen können erzeugt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Wahrscheinlichkeiten oder Prognosen können abgeleitet werden.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Eine berechnete Einschätzung ist nicht automatisch eine Tatsache.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gebe ich in externe Dienste ein?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personenbezogene Daten?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vertrauliche Informationen?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Bilder anderer Personen?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schulische oder betriebliche Daten?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Inhalte, die ich nicht öffentlich weitergeben dürfte?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Auch bei KI-Diensten gilt: Daten nicht unüberlegt eingeben.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Konten schützen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für wichtige Konten einzigartige Passwörter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ausreichend lange Passwörter bzw. Passphrasen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Passwortmanager erwägen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Multi-Faktor-Authentisierung (MFA) aktivieren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Wiederherstellungsoptionen aktuell halten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Wenn ein Passwort bekannt wird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Passwörter nicht mehrfach verwenden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betroffenes Passwort ändern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verdächtige Sitzungen prüfen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MFA nutzen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 einem Vorfall weitere betroffene Konten prüfen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Einstellungen regelmäßig überprüfen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App-Berechtigungen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Standortzugriffe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öffentliche Profilinformationen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angemeldete Geräte und Sitzungen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Tracking- und Werbeeinstellungen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nicht mehr genutzte Apps und Konten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 persönlicher Maßnahmenplan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Wähle drei konkrete Maßnahmen.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Welches Risiko soll die Maßnahme reduzieren?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Welchen Nachteil oder Aufwand hat sie?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Ist sie für mich sinnvoll?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Fallbeispiel: Eine neue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Eine Freizeit-App möchte: Standort dauerhaft · Kontakte · Kamera und Mikrofon · personalisierte Werbung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Funktionen könnten diese Berechtigungen erklären?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Zugriffe würdest du hinterfragen?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Alternativen oder Einschränkungen wären möglich?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Fallbeispiel: Aus Daten werden Vermutungen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 Dienst kennt häufig besuchte Orte, Nutzungszeiten, Suchbegriffe und angeklickte Inhalte.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Interessen oder Gewohnheiten könnte er daraus vermuten?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Und wo könnte diese Vermutung falsch sein?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Sicherheit und Datenschutz sind gemeinsame Verantwortung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Anbieter müssen Systeme und Daten angemessen schützen.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Nutzer können bewusst Daten freigeben, Berechtigungen prüfen, Konten schützen, Einstellungen verstehen und Veröffentlichungen überdenken.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Technik, Anbieter und Nutzer tragen jeweils einen Teil bei.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SICHERHEIT IN DER INFORMATIONSVERARBEITUNG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Datenspuren entstehen bewusst und automatisch.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Aus mehreren Daten können neue Informationen abgeleitet werden.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Tracking hat unterschiedliche Zwecke und Verfahren.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Berechtigungen sollten zur Funktion passen.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Datenschutz bedeutet bewusstes Abwägen und Kontrolle.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Kontoschutz reduziert persönliche Risiken.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Welche drei Einstellungen oder Konten würdest du heute überprüfen – und warum?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